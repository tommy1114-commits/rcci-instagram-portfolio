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9"/>
  </p:notesMasterIdLst>
  <p:sldIdLst>
    <p:sldId id="257" r:id="rId2"/>
    <p:sldId id="271" r:id="rId3"/>
    <p:sldId id="265" r:id="rId4"/>
    <p:sldId id="266" r:id="rId5"/>
    <p:sldId id="270" r:id="rId6"/>
    <p:sldId id="269" r:id="rId7"/>
    <p:sldId id="272" r:id="rId8"/>
  </p:sldIdLst>
  <p:sldSz cx="10287000" cy="1285875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7F5EF"/>
    <a:srgbClr val="102B4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9839" autoAdjust="0"/>
    <p:restoredTop sz="94220" autoAdjust="0"/>
  </p:normalViewPr>
  <p:slideViewPr>
    <p:cSldViewPr snapToGrid="0">
      <p:cViewPr>
        <p:scale>
          <a:sx n="50" d="100"/>
          <a:sy n="50" d="100"/>
        </p:scale>
        <p:origin x="1147" y="2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/>
            </a:r>
          </a:p>
          <a:p>
            <a:r>
              <a:t/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/>
            </a:r>
          </a:p>
          <a:p>
            <a:r>
              <a:t/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/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A3955248-9731-455F-A0B6-8D8B870979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700" y="4857750"/>
            <a:ext cx="8229600" cy="1857375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0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0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0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0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0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0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0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0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0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0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  <p:sp>
        <p:nvSpPr>
          <p:cNvPr id="2" name="Subtitle">
            <a:extLst>
              <a:ext uri="{FF2B5EF4-FFF2-40B4-BE49-F238E27FC236}">
                <a16:creationId xmlns:a16="http://schemas.microsoft.com/office/drawing/2014/main" id="{EC56A0D6-6D50-4517-9246-78DE971DCCA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43050" y="7072313"/>
            <a:ext cx="7200900" cy="142875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title">
            <a:extLst>
              <a:ext uri="{FF2B5EF4-FFF2-40B4-BE49-F238E27FC236}">
                <a16:creationId xmlns:a16="http://schemas.microsoft.com/office/drawing/2014/main" id="{E2E798BF-B015-4F88-AADA-EAF2C5827F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700" y="5357813"/>
            <a:ext cx="8229600" cy="2143125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354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54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54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54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54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54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54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54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54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54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7BC60C32-1520-47A4-B8C3-AB0CFD1569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8644" y="1000125"/>
            <a:ext cx="9129713" cy="1571625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  <p:sp>
        <p:nvSpPr>
          <p:cNvPr id="2" name="Body">
            <a:extLst>
              <a:ext uri="{FF2B5EF4-FFF2-40B4-BE49-F238E27FC236}">
                <a16:creationId xmlns:a16="http://schemas.microsoft.com/office/drawing/2014/main" id="{20589D8B-522B-4020-8420-38CB8FA7CD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78644" y="3571875"/>
            <a:ext cx="9129713" cy="8001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9288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0056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70723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964406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22158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478756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73593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1993106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25028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0ADE92DE-AF45-409D-99ED-FC99A26DB2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8644" y="1000125"/>
            <a:ext cx="9129713" cy="1571625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12E7C382-FDB2-4437-9EE8-E8F6222E86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78644" y="3571875"/>
            <a:ext cx="4243388" cy="8001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9288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0056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70723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964406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22158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478756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73593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1993106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25028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  <p:sp>
        <p:nvSpPr>
          <p:cNvPr id="3" name="Right column">
            <a:extLst>
              <a:ext uri="{FF2B5EF4-FFF2-40B4-BE49-F238E27FC236}">
                <a16:creationId xmlns:a16="http://schemas.microsoft.com/office/drawing/2014/main" id="{7C08D4B6-C4AD-4D3A-9AA4-5A8CA9392D45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5464969" y="3571875"/>
            <a:ext cx="4243388" cy="8001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9288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0056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70723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964406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22158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478756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73593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1993106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25028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53E88D5C-CEC3-4C4C-94DE-1A7A251679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8644" y="1000125"/>
            <a:ext cx="9129713" cy="1571625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86E9734B-6211-4DED-967D-E0E7311749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78644" y="3571875"/>
            <a:ext cx="4243388" cy="8001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9288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0056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70723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964406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22158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478756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73593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1993106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25028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280776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13" Type="http://schemas.openxmlformats.org/officeDocument/2006/relationships/image" Target="../media/image17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12" Type="http://schemas.openxmlformats.org/officeDocument/2006/relationships/image" Target="../media/image1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11" Type="http://schemas.openxmlformats.org/officeDocument/2006/relationships/image" Target="../media/image15.png"/><Relationship Id="rId5" Type="http://schemas.openxmlformats.org/officeDocument/2006/relationships/image" Target="../media/image9.png"/><Relationship Id="rId10" Type="http://schemas.openxmlformats.org/officeDocument/2006/relationships/image" Target="../media/image14.png"/><Relationship Id="rId4" Type="http://schemas.openxmlformats.org/officeDocument/2006/relationships/image" Target="../media/image8.png"/><Relationship Id="rId9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-1">
            <a:extLst>
              <a:ext uri="{FF2B5EF4-FFF2-40B4-BE49-F238E27FC236}">
                <a16:creationId xmlns:a16="http://schemas.microsoft.com/office/drawing/2014/main" id="{8C75FCC1-C3AF-4FB7-A3BF-A49AA0FB03B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0287000" cy="12858750"/>
          </a:xfrm>
          <a:prstGeom prst="rect">
            <a:avLst/>
          </a:prstGeom>
          <a:solidFill>
            <a:srgbClr val="E5D9C5"/>
          </a:solidFill>
          <a:ln w="0">
            <a:noFill/>
          </a:ln>
        </p:spPr>
      </p:sp>
      <p:sp>
        <p:nvSpPr>
          <p:cNvPr id="11" name="text-11-01">
            <a:extLst>
              <a:ext uri="{FF2B5EF4-FFF2-40B4-BE49-F238E27FC236}">
                <a16:creationId xmlns:a16="http://schemas.microsoft.com/office/drawing/2014/main" id="{8FEE3008-8C41-4DAD-B0A8-D44281048439}"/>
              </a:ext>
            </a:extLst>
          </p:cNvPr>
          <p:cNvSpPr>
            <a:spLocks noGrp="1"/>
          </p:cNvSpPr>
          <p:nvPr/>
        </p:nvSpPr>
        <p:spPr>
          <a:xfrm>
            <a:off x="426720" y="9871710"/>
            <a:ext cx="285750" cy="2819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>
              <a:defRPr sz="1500" b="1">
                <a:solidFill>
                  <a:srgbClr val="101818"/>
                </a:solidFill>
                <a:latin typeface="Noto Sans TC"/>
                <a:ea typeface="Noto Sans TC"/>
                <a:cs typeface="Noto Sans TC"/>
              </a:defRPr>
            </a:defPPr>
            <a:lvl1pPr>
              <a:defRPr sz="1500" b="1">
                <a:solidFill>
                  <a:srgbClr val="101818"/>
                </a:solidFill>
                <a:latin typeface="Noto Sans TC"/>
                <a:ea typeface="Noto Sans TC"/>
                <a:cs typeface="Noto Sans TC"/>
              </a:defRPr>
            </a:lvl1pPr>
            <a:lvl2pPr>
              <a:defRPr sz="1500" b="1">
                <a:solidFill>
                  <a:srgbClr val="101818"/>
                </a:solidFill>
                <a:latin typeface="Noto Sans TC"/>
                <a:ea typeface="Noto Sans TC"/>
                <a:cs typeface="Noto Sans TC"/>
              </a:defRPr>
            </a:lvl2pPr>
            <a:lvl3pPr>
              <a:defRPr sz="1500" b="1">
                <a:solidFill>
                  <a:srgbClr val="101818"/>
                </a:solidFill>
                <a:latin typeface="Noto Sans TC"/>
                <a:ea typeface="Noto Sans TC"/>
                <a:cs typeface="Noto Sans TC"/>
              </a:defRPr>
            </a:lvl3pPr>
            <a:lvl4pPr>
              <a:defRPr sz="1500" b="1">
                <a:solidFill>
                  <a:srgbClr val="101818"/>
                </a:solidFill>
                <a:latin typeface="Noto Sans TC"/>
                <a:ea typeface="Noto Sans TC"/>
                <a:cs typeface="Noto Sans TC"/>
              </a:defRPr>
            </a:lvl4pPr>
            <a:lvl5pPr>
              <a:defRPr sz="1500" b="1">
                <a:solidFill>
                  <a:srgbClr val="101818"/>
                </a:solidFill>
                <a:latin typeface="Noto Sans TC"/>
                <a:ea typeface="Noto Sans TC"/>
                <a:cs typeface="Noto Sans TC"/>
              </a:defRPr>
            </a:lvl5pPr>
            <a:lvl6pPr>
              <a:defRPr sz="1500" b="1">
                <a:solidFill>
                  <a:srgbClr val="101818"/>
                </a:solidFill>
                <a:latin typeface="Noto Sans TC"/>
                <a:ea typeface="Noto Sans TC"/>
                <a:cs typeface="Noto Sans TC"/>
              </a:defRPr>
            </a:lvl6pPr>
            <a:lvl7pPr>
              <a:defRPr sz="1500" b="1">
                <a:solidFill>
                  <a:srgbClr val="101818"/>
                </a:solidFill>
                <a:latin typeface="Noto Sans TC"/>
                <a:ea typeface="Noto Sans TC"/>
                <a:cs typeface="Noto Sans TC"/>
              </a:defRPr>
            </a:lvl7pPr>
            <a:lvl8pPr>
              <a:defRPr sz="1500" b="1">
                <a:solidFill>
                  <a:srgbClr val="101818"/>
                </a:solidFill>
                <a:latin typeface="Noto Sans TC"/>
                <a:ea typeface="Noto Sans TC"/>
                <a:cs typeface="Noto Sans TC"/>
              </a:defRPr>
            </a:lvl8pPr>
            <a:lvl9pPr>
              <a:defRPr sz="1500" b="1">
                <a:solidFill>
                  <a:srgbClr val="101818"/>
                </a:solidFill>
                <a:latin typeface="Noto Sans TC"/>
                <a:ea typeface="Noto Sans TC"/>
                <a:cs typeface="Noto Sans TC"/>
              </a:defRPr>
            </a:lvl9pPr>
          </a:lstStyle>
          <a:p>
            <a:pPr>
              <a:defRPr sz="1500" b="1">
                <a:solidFill>
                  <a:srgbClr val="101818"/>
                </a:solidFill>
                <a:latin typeface="Noto Sans TC"/>
                <a:ea typeface="Noto Sans TC"/>
                <a:cs typeface="Noto Sans TC"/>
              </a:defRPr>
            </a:pPr>
            <a:r>
              <a:rPr sz="1500" b="1" dirty="0">
                <a:solidFill>
                  <a:srgbClr val="101818"/>
                </a:solidFill>
                <a:latin typeface="Noto Sans TC"/>
                <a:ea typeface="Noto Sans TC"/>
                <a:cs typeface="Noto Sans TC"/>
              </a:rPr>
              <a:t>01</a:t>
            </a:r>
            <a:r>
              <a:rPr lang="en-US" sz="1500" b="1" dirty="0">
                <a:solidFill>
                  <a:srgbClr val="101818"/>
                </a:solidFill>
                <a:latin typeface="Noto Sans TC"/>
                <a:ea typeface="Noto Sans TC"/>
                <a:cs typeface="Noto Sans TC"/>
              </a:rPr>
              <a:t>-03</a:t>
            </a:r>
            <a:endParaRPr sz="1500" b="1" dirty="0">
              <a:solidFill>
                <a:srgbClr val="101818"/>
              </a:solidFill>
              <a:latin typeface="Noto Sans TC"/>
              <a:ea typeface="Noto Sans TC"/>
              <a:cs typeface="Noto Sans TC"/>
            </a:endParaRPr>
          </a:p>
        </p:txBody>
      </p:sp>
      <p:sp>
        <p:nvSpPr>
          <p:cNvPr id="12" name="text-12-量子科技：QC-Fab / QC-Test ">
            <a:extLst>
              <a:ext uri="{FF2B5EF4-FFF2-40B4-BE49-F238E27FC236}">
                <a16:creationId xmlns:a16="http://schemas.microsoft.com/office/drawing/2014/main" id="{7E049707-A309-44FA-BF1D-BFA504E83541}"/>
              </a:ext>
            </a:extLst>
          </p:cNvPr>
          <p:cNvSpPr>
            <a:spLocks noGrp="1"/>
          </p:cNvSpPr>
          <p:nvPr/>
        </p:nvSpPr>
        <p:spPr>
          <a:xfrm>
            <a:off x="1070610" y="9786366"/>
            <a:ext cx="4480560" cy="394716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>
              <a:defRPr sz="2100" b="0">
                <a:solidFill>
                  <a:srgbClr val="101818"/>
                </a:solidFill>
                <a:latin typeface="Noto Sans TC"/>
                <a:ea typeface="Noto Sans TC"/>
                <a:cs typeface="Noto Sans TC"/>
              </a:defRPr>
            </a:defPPr>
            <a:lvl1pPr>
              <a:defRPr sz="2100" b="0">
                <a:solidFill>
                  <a:srgbClr val="101818"/>
                </a:solidFill>
                <a:latin typeface="Noto Sans TC"/>
                <a:ea typeface="Noto Sans TC"/>
                <a:cs typeface="Noto Sans TC"/>
              </a:defRPr>
            </a:lvl1pPr>
            <a:lvl2pPr>
              <a:defRPr sz="2100" b="0">
                <a:solidFill>
                  <a:srgbClr val="101818"/>
                </a:solidFill>
                <a:latin typeface="Noto Sans TC"/>
                <a:ea typeface="Noto Sans TC"/>
                <a:cs typeface="Noto Sans TC"/>
              </a:defRPr>
            </a:lvl2pPr>
            <a:lvl3pPr>
              <a:defRPr sz="2100" b="0">
                <a:solidFill>
                  <a:srgbClr val="101818"/>
                </a:solidFill>
                <a:latin typeface="Noto Sans TC"/>
                <a:ea typeface="Noto Sans TC"/>
                <a:cs typeface="Noto Sans TC"/>
              </a:defRPr>
            </a:lvl3pPr>
            <a:lvl4pPr>
              <a:defRPr sz="2100" b="0">
                <a:solidFill>
                  <a:srgbClr val="101818"/>
                </a:solidFill>
                <a:latin typeface="Noto Sans TC"/>
                <a:ea typeface="Noto Sans TC"/>
                <a:cs typeface="Noto Sans TC"/>
              </a:defRPr>
            </a:lvl4pPr>
            <a:lvl5pPr>
              <a:defRPr sz="2100" b="0">
                <a:solidFill>
                  <a:srgbClr val="101818"/>
                </a:solidFill>
                <a:latin typeface="Noto Sans TC"/>
                <a:ea typeface="Noto Sans TC"/>
                <a:cs typeface="Noto Sans TC"/>
              </a:defRPr>
            </a:lvl5pPr>
            <a:lvl6pPr>
              <a:defRPr sz="2100" b="0">
                <a:solidFill>
                  <a:srgbClr val="101818"/>
                </a:solidFill>
                <a:latin typeface="Noto Sans TC"/>
                <a:ea typeface="Noto Sans TC"/>
                <a:cs typeface="Noto Sans TC"/>
              </a:defRPr>
            </a:lvl6pPr>
            <a:lvl7pPr>
              <a:defRPr sz="2100" b="0">
                <a:solidFill>
                  <a:srgbClr val="101818"/>
                </a:solidFill>
                <a:latin typeface="Noto Sans TC"/>
                <a:ea typeface="Noto Sans TC"/>
                <a:cs typeface="Noto Sans TC"/>
              </a:defRPr>
            </a:lvl7pPr>
            <a:lvl8pPr>
              <a:defRPr sz="2100" b="0">
                <a:solidFill>
                  <a:srgbClr val="101818"/>
                </a:solidFill>
                <a:latin typeface="Noto Sans TC"/>
                <a:ea typeface="Noto Sans TC"/>
                <a:cs typeface="Noto Sans TC"/>
              </a:defRPr>
            </a:lvl8pPr>
            <a:lvl9pPr>
              <a:defRPr sz="2100" b="0">
                <a:solidFill>
                  <a:srgbClr val="101818"/>
                </a:solidFill>
                <a:latin typeface="Noto Sans TC"/>
                <a:ea typeface="Noto Sans TC"/>
                <a:cs typeface="Noto Sans TC"/>
              </a:defRPr>
            </a:lvl9pPr>
          </a:lstStyle>
          <a:p>
            <a:pPr>
              <a:defRPr sz="2100" b="0">
                <a:solidFill>
                  <a:srgbClr val="101818"/>
                </a:solidFill>
                <a:latin typeface="Noto Sans TC"/>
                <a:ea typeface="Noto Sans TC"/>
                <a:cs typeface="Noto Sans TC"/>
              </a:defRPr>
            </a:pPr>
            <a:r>
              <a:rPr sz="2100" b="0" dirty="0" err="1">
                <a:solidFill>
                  <a:srgbClr val="101818"/>
                </a:solidFill>
                <a:latin typeface="Noto Sans TC"/>
                <a:ea typeface="Noto Sans TC"/>
                <a:cs typeface="Noto Sans TC"/>
              </a:rPr>
              <a:t>量子科技：QC-Fab</a:t>
            </a:r>
            <a:r>
              <a:rPr sz="2100" b="0" dirty="0">
                <a:solidFill>
                  <a:srgbClr val="101818"/>
                </a:solidFill>
                <a:latin typeface="Noto Sans TC"/>
                <a:ea typeface="Noto Sans TC"/>
                <a:cs typeface="Noto Sans TC"/>
              </a:rPr>
              <a:t> / QC-Test / </a:t>
            </a:r>
            <a:r>
              <a:rPr sz="2100" b="0" dirty="0" err="1">
                <a:solidFill>
                  <a:srgbClr val="101818"/>
                </a:solidFill>
                <a:latin typeface="Noto Sans TC"/>
                <a:ea typeface="Noto Sans TC"/>
                <a:cs typeface="Noto Sans TC"/>
              </a:rPr>
              <a:t>QuPAC</a:t>
            </a:r>
            <a:endParaRPr sz="2100" b="0" dirty="0">
              <a:solidFill>
                <a:srgbClr val="101818"/>
              </a:solidFill>
              <a:latin typeface="Noto Sans TC"/>
              <a:ea typeface="Noto Sans TC"/>
              <a:cs typeface="Noto Sans TC"/>
            </a:endParaRPr>
          </a:p>
        </p:txBody>
      </p:sp>
      <p:sp>
        <p:nvSpPr>
          <p:cNvPr id="13" name="text-13-02">
            <a:extLst>
              <a:ext uri="{FF2B5EF4-FFF2-40B4-BE49-F238E27FC236}">
                <a16:creationId xmlns:a16="http://schemas.microsoft.com/office/drawing/2014/main" id="{48529680-6518-49E5-8498-A97B45D9338C}"/>
              </a:ext>
            </a:extLst>
          </p:cNvPr>
          <p:cNvSpPr>
            <a:spLocks noGrp="1"/>
          </p:cNvSpPr>
          <p:nvPr/>
        </p:nvSpPr>
        <p:spPr>
          <a:xfrm>
            <a:off x="426720" y="10367010"/>
            <a:ext cx="285750" cy="2819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>
              <a:defRPr sz="1500" b="1">
                <a:solidFill>
                  <a:srgbClr val="101818"/>
                </a:solidFill>
                <a:latin typeface="Noto Sans TC"/>
                <a:ea typeface="Noto Sans TC"/>
                <a:cs typeface="Noto Sans TC"/>
              </a:defRPr>
            </a:defPPr>
            <a:lvl1pPr>
              <a:defRPr sz="1500" b="1">
                <a:solidFill>
                  <a:srgbClr val="101818"/>
                </a:solidFill>
                <a:latin typeface="Noto Sans TC"/>
                <a:ea typeface="Noto Sans TC"/>
                <a:cs typeface="Noto Sans TC"/>
              </a:defRPr>
            </a:lvl1pPr>
            <a:lvl2pPr>
              <a:defRPr sz="1500" b="1">
                <a:solidFill>
                  <a:srgbClr val="101818"/>
                </a:solidFill>
                <a:latin typeface="Noto Sans TC"/>
                <a:ea typeface="Noto Sans TC"/>
                <a:cs typeface="Noto Sans TC"/>
              </a:defRPr>
            </a:lvl2pPr>
            <a:lvl3pPr>
              <a:defRPr sz="1500" b="1">
                <a:solidFill>
                  <a:srgbClr val="101818"/>
                </a:solidFill>
                <a:latin typeface="Noto Sans TC"/>
                <a:ea typeface="Noto Sans TC"/>
                <a:cs typeface="Noto Sans TC"/>
              </a:defRPr>
            </a:lvl3pPr>
            <a:lvl4pPr>
              <a:defRPr sz="1500" b="1">
                <a:solidFill>
                  <a:srgbClr val="101818"/>
                </a:solidFill>
                <a:latin typeface="Noto Sans TC"/>
                <a:ea typeface="Noto Sans TC"/>
                <a:cs typeface="Noto Sans TC"/>
              </a:defRPr>
            </a:lvl4pPr>
            <a:lvl5pPr>
              <a:defRPr sz="1500" b="1">
                <a:solidFill>
                  <a:srgbClr val="101818"/>
                </a:solidFill>
                <a:latin typeface="Noto Sans TC"/>
                <a:ea typeface="Noto Sans TC"/>
                <a:cs typeface="Noto Sans TC"/>
              </a:defRPr>
            </a:lvl5pPr>
            <a:lvl6pPr>
              <a:defRPr sz="1500" b="1">
                <a:solidFill>
                  <a:srgbClr val="101818"/>
                </a:solidFill>
                <a:latin typeface="Noto Sans TC"/>
                <a:ea typeface="Noto Sans TC"/>
                <a:cs typeface="Noto Sans TC"/>
              </a:defRPr>
            </a:lvl6pPr>
            <a:lvl7pPr>
              <a:defRPr sz="1500" b="1">
                <a:solidFill>
                  <a:srgbClr val="101818"/>
                </a:solidFill>
                <a:latin typeface="Noto Sans TC"/>
                <a:ea typeface="Noto Sans TC"/>
                <a:cs typeface="Noto Sans TC"/>
              </a:defRPr>
            </a:lvl7pPr>
            <a:lvl8pPr>
              <a:defRPr sz="1500" b="1">
                <a:solidFill>
                  <a:srgbClr val="101818"/>
                </a:solidFill>
                <a:latin typeface="Noto Sans TC"/>
                <a:ea typeface="Noto Sans TC"/>
                <a:cs typeface="Noto Sans TC"/>
              </a:defRPr>
            </a:lvl8pPr>
            <a:lvl9pPr>
              <a:defRPr sz="1500" b="1">
                <a:solidFill>
                  <a:srgbClr val="101818"/>
                </a:solidFill>
                <a:latin typeface="Noto Sans TC"/>
                <a:ea typeface="Noto Sans TC"/>
                <a:cs typeface="Noto Sans TC"/>
              </a:defRPr>
            </a:lvl9pPr>
          </a:lstStyle>
          <a:p>
            <a:pPr>
              <a:defRPr sz="1500" b="1">
                <a:solidFill>
                  <a:srgbClr val="101818"/>
                </a:solidFill>
                <a:latin typeface="Noto Sans TC"/>
                <a:ea typeface="Noto Sans TC"/>
                <a:cs typeface="Noto Sans TC"/>
              </a:defRPr>
            </a:pPr>
            <a:r>
              <a:rPr sz="1500" b="1" dirty="0">
                <a:solidFill>
                  <a:srgbClr val="101818"/>
                </a:solidFill>
                <a:latin typeface="Noto Sans TC"/>
                <a:ea typeface="Noto Sans TC"/>
                <a:cs typeface="Noto Sans TC"/>
              </a:rPr>
              <a:t>0</a:t>
            </a:r>
            <a:r>
              <a:rPr lang="en-US" sz="1500" b="1" dirty="0">
                <a:solidFill>
                  <a:srgbClr val="101818"/>
                </a:solidFill>
                <a:latin typeface="Noto Sans TC"/>
                <a:ea typeface="Noto Sans TC"/>
                <a:cs typeface="Noto Sans TC"/>
              </a:rPr>
              <a:t>4-05</a:t>
            </a:r>
            <a:endParaRPr sz="1500" b="1" dirty="0">
              <a:solidFill>
                <a:srgbClr val="101818"/>
              </a:solidFill>
              <a:latin typeface="Noto Sans TC"/>
              <a:ea typeface="Noto Sans TC"/>
              <a:cs typeface="Noto Sans TC"/>
            </a:endParaRPr>
          </a:p>
        </p:txBody>
      </p:sp>
      <p:sp>
        <p:nvSpPr>
          <p:cNvPr id="14" name="text-14-淨零科技：SolAREM / EBF">
            <a:extLst>
              <a:ext uri="{FF2B5EF4-FFF2-40B4-BE49-F238E27FC236}">
                <a16:creationId xmlns:a16="http://schemas.microsoft.com/office/drawing/2014/main" id="{0C2CDF24-3E54-43C8-BAE3-9B8F82E814D3}"/>
              </a:ext>
            </a:extLst>
          </p:cNvPr>
          <p:cNvSpPr>
            <a:spLocks noGrp="1"/>
          </p:cNvSpPr>
          <p:nvPr/>
        </p:nvSpPr>
        <p:spPr>
          <a:xfrm>
            <a:off x="1070610" y="10281666"/>
            <a:ext cx="3118485" cy="394716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>
              <a:defRPr sz="2100" b="0">
                <a:solidFill>
                  <a:srgbClr val="101818"/>
                </a:solidFill>
                <a:latin typeface="Noto Sans TC"/>
                <a:ea typeface="Noto Sans TC"/>
                <a:cs typeface="Noto Sans TC"/>
              </a:defRPr>
            </a:defPPr>
            <a:lvl1pPr>
              <a:defRPr sz="2100" b="0">
                <a:solidFill>
                  <a:srgbClr val="101818"/>
                </a:solidFill>
                <a:latin typeface="Noto Sans TC"/>
                <a:ea typeface="Noto Sans TC"/>
                <a:cs typeface="Noto Sans TC"/>
              </a:defRPr>
            </a:lvl1pPr>
            <a:lvl2pPr>
              <a:defRPr sz="2100" b="0">
                <a:solidFill>
                  <a:srgbClr val="101818"/>
                </a:solidFill>
                <a:latin typeface="Noto Sans TC"/>
                <a:ea typeface="Noto Sans TC"/>
                <a:cs typeface="Noto Sans TC"/>
              </a:defRPr>
            </a:lvl2pPr>
            <a:lvl3pPr>
              <a:defRPr sz="2100" b="0">
                <a:solidFill>
                  <a:srgbClr val="101818"/>
                </a:solidFill>
                <a:latin typeface="Noto Sans TC"/>
                <a:ea typeface="Noto Sans TC"/>
                <a:cs typeface="Noto Sans TC"/>
              </a:defRPr>
            </a:lvl3pPr>
            <a:lvl4pPr>
              <a:defRPr sz="2100" b="0">
                <a:solidFill>
                  <a:srgbClr val="101818"/>
                </a:solidFill>
                <a:latin typeface="Noto Sans TC"/>
                <a:ea typeface="Noto Sans TC"/>
                <a:cs typeface="Noto Sans TC"/>
              </a:defRPr>
            </a:lvl4pPr>
            <a:lvl5pPr>
              <a:defRPr sz="2100" b="0">
                <a:solidFill>
                  <a:srgbClr val="101818"/>
                </a:solidFill>
                <a:latin typeface="Noto Sans TC"/>
                <a:ea typeface="Noto Sans TC"/>
                <a:cs typeface="Noto Sans TC"/>
              </a:defRPr>
            </a:lvl5pPr>
            <a:lvl6pPr>
              <a:defRPr sz="2100" b="0">
                <a:solidFill>
                  <a:srgbClr val="101818"/>
                </a:solidFill>
                <a:latin typeface="Noto Sans TC"/>
                <a:ea typeface="Noto Sans TC"/>
                <a:cs typeface="Noto Sans TC"/>
              </a:defRPr>
            </a:lvl6pPr>
            <a:lvl7pPr>
              <a:defRPr sz="2100" b="0">
                <a:solidFill>
                  <a:srgbClr val="101818"/>
                </a:solidFill>
                <a:latin typeface="Noto Sans TC"/>
                <a:ea typeface="Noto Sans TC"/>
                <a:cs typeface="Noto Sans TC"/>
              </a:defRPr>
            </a:lvl7pPr>
            <a:lvl8pPr>
              <a:defRPr sz="2100" b="0">
                <a:solidFill>
                  <a:srgbClr val="101818"/>
                </a:solidFill>
                <a:latin typeface="Noto Sans TC"/>
                <a:ea typeface="Noto Sans TC"/>
                <a:cs typeface="Noto Sans TC"/>
              </a:defRPr>
            </a:lvl8pPr>
            <a:lvl9pPr>
              <a:defRPr sz="2100" b="0">
                <a:solidFill>
                  <a:srgbClr val="101818"/>
                </a:solidFill>
                <a:latin typeface="Noto Sans TC"/>
                <a:ea typeface="Noto Sans TC"/>
                <a:cs typeface="Noto Sans TC"/>
              </a:defRPr>
            </a:lvl9pPr>
          </a:lstStyle>
          <a:p>
            <a:pPr>
              <a:defRPr sz="2100" b="0">
                <a:solidFill>
                  <a:srgbClr val="101818"/>
                </a:solidFill>
                <a:latin typeface="Noto Sans TC"/>
                <a:ea typeface="Noto Sans TC"/>
                <a:cs typeface="Noto Sans TC"/>
              </a:defRPr>
            </a:pPr>
            <a:r>
              <a:rPr sz="2100" b="0" dirty="0" err="1">
                <a:solidFill>
                  <a:srgbClr val="101818"/>
                </a:solidFill>
                <a:latin typeface="Noto Sans TC"/>
                <a:ea typeface="Noto Sans TC"/>
                <a:cs typeface="Noto Sans TC"/>
              </a:rPr>
              <a:t>淨零科技：SolAREM</a:t>
            </a:r>
            <a:r>
              <a:rPr sz="2100" b="0" dirty="0">
                <a:solidFill>
                  <a:srgbClr val="101818"/>
                </a:solidFill>
                <a:latin typeface="Noto Sans TC"/>
                <a:ea typeface="Noto Sans TC"/>
                <a:cs typeface="Noto Sans TC"/>
              </a:rPr>
              <a:t> / EBF</a:t>
            </a:r>
          </a:p>
        </p:txBody>
      </p:sp>
      <p:sp>
        <p:nvSpPr>
          <p:cNvPr id="20" name="text-7-量子晶片、太陽能、海洋研究，">
            <a:extLst>
              <a:ext uri="{FF2B5EF4-FFF2-40B4-BE49-F238E27FC236}">
                <a16:creationId xmlns:a16="http://schemas.microsoft.com/office/drawing/2014/main" id="{5C841C6E-1EB3-FF54-EDDA-147AC0B6408D}"/>
              </a:ext>
            </a:extLst>
          </p:cNvPr>
          <p:cNvSpPr>
            <a:spLocks noGrp="1"/>
          </p:cNvSpPr>
          <p:nvPr/>
        </p:nvSpPr>
        <p:spPr>
          <a:xfrm>
            <a:off x="518160" y="9045895"/>
            <a:ext cx="3040380" cy="45414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>
              <a:defRPr sz="2400" b="0">
                <a:solidFill>
                  <a:srgbClr val="132821"/>
                </a:solidFill>
                <a:latin typeface="Noto Sans TC"/>
                <a:ea typeface="Noto Sans TC"/>
                <a:cs typeface="Noto Sans TC"/>
              </a:defRPr>
            </a:defPPr>
            <a:lvl1pPr>
              <a:defRPr sz="2400" b="0">
                <a:solidFill>
                  <a:srgbClr val="132821"/>
                </a:solidFill>
                <a:latin typeface="Noto Sans TC"/>
                <a:ea typeface="Noto Sans TC"/>
                <a:cs typeface="Noto Sans TC"/>
              </a:defRPr>
            </a:lvl1pPr>
            <a:lvl2pPr>
              <a:defRPr sz="2400" b="0">
                <a:solidFill>
                  <a:srgbClr val="132821"/>
                </a:solidFill>
                <a:latin typeface="Noto Sans TC"/>
                <a:ea typeface="Noto Sans TC"/>
                <a:cs typeface="Noto Sans TC"/>
              </a:defRPr>
            </a:lvl2pPr>
            <a:lvl3pPr>
              <a:defRPr sz="2400" b="0">
                <a:solidFill>
                  <a:srgbClr val="132821"/>
                </a:solidFill>
                <a:latin typeface="Noto Sans TC"/>
                <a:ea typeface="Noto Sans TC"/>
                <a:cs typeface="Noto Sans TC"/>
              </a:defRPr>
            </a:lvl3pPr>
            <a:lvl4pPr>
              <a:defRPr sz="2400" b="0">
                <a:solidFill>
                  <a:srgbClr val="132821"/>
                </a:solidFill>
                <a:latin typeface="Noto Sans TC"/>
                <a:ea typeface="Noto Sans TC"/>
                <a:cs typeface="Noto Sans TC"/>
              </a:defRPr>
            </a:lvl4pPr>
            <a:lvl5pPr>
              <a:defRPr sz="2400" b="0">
                <a:solidFill>
                  <a:srgbClr val="132821"/>
                </a:solidFill>
                <a:latin typeface="Noto Sans TC"/>
                <a:ea typeface="Noto Sans TC"/>
                <a:cs typeface="Noto Sans TC"/>
              </a:defRPr>
            </a:lvl5pPr>
            <a:lvl6pPr>
              <a:defRPr sz="2400" b="0">
                <a:solidFill>
                  <a:srgbClr val="132821"/>
                </a:solidFill>
                <a:latin typeface="Noto Sans TC"/>
                <a:ea typeface="Noto Sans TC"/>
                <a:cs typeface="Noto Sans TC"/>
              </a:defRPr>
            </a:lvl6pPr>
            <a:lvl7pPr>
              <a:defRPr sz="2400" b="0">
                <a:solidFill>
                  <a:srgbClr val="132821"/>
                </a:solidFill>
                <a:latin typeface="Noto Sans TC"/>
                <a:ea typeface="Noto Sans TC"/>
                <a:cs typeface="Noto Sans TC"/>
              </a:defRPr>
            </a:lvl7pPr>
            <a:lvl8pPr>
              <a:defRPr sz="2400" b="0">
                <a:solidFill>
                  <a:srgbClr val="132821"/>
                </a:solidFill>
                <a:latin typeface="Noto Sans TC"/>
                <a:ea typeface="Noto Sans TC"/>
                <a:cs typeface="Noto Sans TC"/>
              </a:defRPr>
            </a:lvl8pPr>
            <a:lvl9pPr>
              <a:defRPr sz="2400" b="0">
                <a:solidFill>
                  <a:srgbClr val="132821"/>
                </a:solidFill>
                <a:latin typeface="Noto Sans TC"/>
                <a:ea typeface="Noto Sans TC"/>
                <a:cs typeface="Noto Sans TC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 b="0">
                <a:solidFill>
                  <a:srgbClr val="132821"/>
                </a:solidFill>
                <a:latin typeface="Noto Sans TC"/>
                <a:ea typeface="Noto Sans TC"/>
                <a:cs typeface="Noto Sans TC"/>
              </a:defRPr>
            </a:pPr>
            <a:r>
              <a:rPr kumimoji="0" sz="2800" b="0" i="0" u="none" strike="noStrike" kern="1200" cap="none" spc="0" normalizeH="0" baseline="0" noProof="0" dirty="0" err="1">
                <a:ln>
                  <a:noFill/>
                </a:ln>
                <a:solidFill>
                  <a:srgbClr val="132821"/>
                </a:solidFill>
                <a:effectLst/>
                <a:uLnTx/>
                <a:uFillTx/>
                <a:latin typeface="Noto Sans TC"/>
                <a:ea typeface="Noto Sans TC"/>
                <a:cs typeface="Noto Sans TC"/>
              </a:rPr>
              <a:t>量子</a:t>
            </a:r>
            <a:r>
              <a:rPr lang="zh-TW" altLang="en-US" sz="2800" dirty="0"/>
              <a:t>科技 </a:t>
            </a:r>
            <a:r>
              <a:rPr lang="en-US" altLang="zh-TW" sz="2800" dirty="0"/>
              <a:t>X</a:t>
            </a:r>
            <a:r>
              <a:rPr lang="zh-TW" altLang="en-US" sz="2800" dirty="0"/>
              <a:t> 淨零科技</a:t>
            </a:r>
            <a:endParaRPr kumimoji="0" sz="2800" b="0" i="0" u="none" strike="noStrike" kern="1200" cap="none" spc="0" normalizeH="0" baseline="0" noProof="0" dirty="0">
              <a:ln>
                <a:noFill/>
              </a:ln>
              <a:solidFill>
                <a:srgbClr val="132821"/>
              </a:solidFill>
              <a:effectLst/>
              <a:uLnTx/>
              <a:uFillTx/>
              <a:latin typeface="Noto Sans TC"/>
              <a:ea typeface="Noto Sans TC"/>
              <a:cs typeface="Noto Sans TC"/>
            </a:endParaRPr>
          </a:p>
        </p:txBody>
      </p:sp>
      <p:sp>
        <p:nvSpPr>
          <p:cNvPr id="22" name="roundRect-16">
            <a:extLst>
              <a:ext uri="{FF2B5EF4-FFF2-40B4-BE49-F238E27FC236}">
                <a16:creationId xmlns:a16="http://schemas.microsoft.com/office/drawing/2014/main" id="{9854E100-FF97-9DDC-A0C9-8BC06A773777}"/>
              </a:ext>
            </a:extLst>
          </p:cNvPr>
          <p:cNvSpPr>
            <a:spLocks noGrp="1"/>
          </p:cNvSpPr>
          <p:nvPr/>
        </p:nvSpPr>
        <p:spPr>
          <a:xfrm>
            <a:off x="6293272" y="9653360"/>
            <a:ext cx="3511554" cy="794979"/>
          </a:xfrm>
          <a:prstGeom prst="roundRect">
            <a:avLst>
              <a:gd name="adj" fmla="val 49412"/>
            </a:avLst>
          </a:prstGeom>
          <a:solidFill>
            <a:schemeClr val="tx1">
              <a:lumMod val="75000"/>
              <a:lumOff val="25000"/>
            </a:schemeClr>
          </a:solidFill>
          <a:ln w="0">
            <a:noFill/>
            <a:prstDash val="solid"/>
          </a:ln>
        </p:spPr>
        <p:txBody>
          <a:bodyPr/>
          <a:lstStyle/>
          <a:p>
            <a:endParaRPr lang="zh-TW" altLang="en-US" dirty="0"/>
          </a:p>
        </p:txBody>
      </p:sp>
      <p:sp>
        <p:nvSpPr>
          <p:cNvPr id="24" name="滑動，認識 5 大核心設施">
            <a:extLst>
              <a:ext uri="{FF2B5EF4-FFF2-40B4-BE49-F238E27FC236}">
                <a16:creationId xmlns:a16="http://schemas.microsoft.com/office/drawing/2014/main" id="{234D551E-3AFC-02EC-64FC-BA44AE96B115}"/>
              </a:ext>
            </a:extLst>
          </p:cNvPr>
          <p:cNvSpPr>
            <a:spLocks noGrp="1"/>
          </p:cNvSpPr>
          <p:nvPr/>
        </p:nvSpPr>
        <p:spPr>
          <a:xfrm>
            <a:off x="6532455" y="9884008"/>
            <a:ext cx="3063666" cy="38241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>
              <a:defRPr sz="270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defPPr>
            <a:lvl1pPr>
              <a:defRPr sz="270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lvl1pPr>
            <a:lvl2pPr>
              <a:defRPr sz="270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lvl2pPr>
            <a:lvl3pPr>
              <a:defRPr sz="270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lvl3pPr>
            <a:lvl4pPr>
              <a:defRPr sz="270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lvl4pPr>
            <a:lvl5pPr>
              <a:defRPr sz="270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lvl5pPr>
            <a:lvl6pPr>
              <a:defRPr sz="270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lvl6pPr>
            <a:lvl7pPr>
              <a:defRPr sz="270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lvl7pPr>
            <a:lvl8pPr>
              <a:defRPr sz="270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lvl8pPr>
            <a:lvl9pPr>
              <a:defRPr sz="270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lvl9pPr>
          </a:lstStyle>
          <a:p>
            <a:pPr>
              <a:defRPr sz="270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lang="zh-TW" altLang="en-US" sz="2400" dirty="0"/>
              <a:t>往左滑，快速認識我們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endParaRPr kumimoji="0" sz="24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Noto Sans TC"/>
              <a:ea typeface="Noto Sans TC"/>
              <a:cs typeface="Noto Sans TC"/>
            </a:endParaRPr>
          </a:p>
        </p:txBody>
      </p:sp>
      <p:sp>
        <p:nvSpPr>
          <p:cNvPr id="28" name="text-2-RCCI*">
            <a:extLst>
              <a:ext uri="{FF2B5EF4-FFF2-40B4-BE49-F238E27FC236}">
                <a16:creationId xmlns:a16="http://schemas.microsoft.com/office/drawing/2014/main" id="{BD114240-14AB-8E9F-1E28-B7614E1CFFFB}"/>
              </a:ext>
            </a:extLst>
          </p:cNvPr>
          <p:cNvSpPr>
            <a:spLocks noGrp="1"/>
          </p:cNvSpPr>
          <p:nvPr/>
        </p:nvSpPr>
        <p:spPr>
          <a:xfrm>
            <a:off x="1111091" y="488442"/>
            <a:ext cx="6082189" cy="2481072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>
              <a:defRPr sz="13200" b="1">
                <a:solidFill>
                  <a:srgbClr val="101818"/>
                </a:solidFill>
                <a:latin typeface="Noto Sans TC"/>
                <a:ea typeface="Noto Sans TC"/>
                <a:cs typeface="Noto Sans TC"/>
              </a:defRPr>
            </a:defPPr>
            <a:lvl1pPr>
              <a:defRPr sz="13200" b="1">
                <a:solidFill>
                  <a:srgbClr val="101818"/>
                </a:solidFill>
                <a:latin typeface="Noto Sans TC"/>
                <a:ea typeface="Noto Sans TC"/>
                <a:cs typeface="Noto Sans TC"/>
              </a:defRPr>
            </a:lvl1pPr>
            <a:lvl2pPr>
              <a:defRPr sz="13200" b="1">
                <a:solidFill>
                  <a:srgbClr val="101818"/>
                </a:solidFill>
                <a:latin typeface="Noto Sans TC"/>
                <a:ea typeface="Noto Sans TC"/>
                <a:cs typeface="Noto Sans TC"/>
              </a:defRPr>
            </a:lvl2pPr>
            <a:lvl3pPr>
              <a:defRPr sz="13200" b="1">
                <a:solidFill>
                  <a:srgbClr val="101818"/>
                </a:solidFill>
                <a:latin typeface="Noto Sans TC"/>
                <a:ea typeface="Noto Sans TC"/>
                <a:cs typeface="Noto Sans TC"/>
              </a:defRPr>
            </a:lvl3pPr>
            <a:lvl4pPr>
              <a:defRPr sz="13200" b="1">
                <a:solidFill>
                  <a:srgbClr val="101818"/>
                </a:solidFill>
                <a:latin typeface="Noto Sans TC"/>
                <a:ea typeface="Noto Sans TC"/>
                <a:cs typeface="Noto Sans TC"/>
              </a:defRPr>
            </a:lvl4pPr>
            <a:lvl5pPr>
              <a:defRPr sz="13200" b="1">
                <a:solidFill>
                  <a:srgbClr val="101818"/>
                </a:solidFill>
                <a:latin typeface="Noto Sans TC"/>
                <a:ea typeface="Noto Sans TC"/>
                <a:cs typeface="Noto Sans TC"/>
              </a:defRPr>
            </a:lvl5pPr>
            <a:lvl6pPr>
              <a:defRPr sz="13200" b="1">
                <a:solidFill>
                  <a:srgbClr val="101818"/>
                </a:solidFill>
                <a:latin typeface="Noto Sans TC"/>
                <a:ea typeface="Noto Sans TC"/>
                <a:cs typeface="Noto Sans TC"/>
              </a:defRPr>
            </a:lvl6pPr>
            <a:lvl7pPr>
              <a:defRPr sz="13200" b="1">
                <a:solidFill>
                  <a:srgbClr val="101818"/>
                </a:solidFill>
                <a:latin typeface="Noto Sans TC"/>
                <a:ea typeface="Noto Sans TC"/>
                <a:cs typeface="Noto Sans TC"/>
              </a:defRPr>
            </a:lvl7pPr>
            <a:lvl8pPr>
              <a:defRPr sz="13200" b="1">
                <a:solidFill>
                  <a:srgbClr val="101818"/>
                </a:solidFill>
                <a:latin typeface="Noto Sans TC"/>
                <a:ea typeface="Noto Sans TC"/>
                <a:cs typeface="Noto Sans TC"/>
              </a:defRPr>
            </a:lvl8pPr>
            <a:lvl9pPr>
              <a:defRPr sz="13200" b="1">
                <a:solidFill>
                  <a:srgbClr val="101818"/>
                </a:solidFill>
                <a:latin typeface="Noto Sans TC"/>
                <a:ea typeface="Noto Sans TC"/>
                <a:cs typeface="Noto Sans TC"/>
              </a:defRPr>
            </a:lvl9pPr>
          </a:lstStyle>
          <a:p>
            <a:pPr>
              <a:defRPr sz="13200" b="1">
                <a:solidFill>
                  <a:srgbClr val="101818"/>
                </a:solidFill>
                <a:latin typeface="Noto Sans TC"/>
                <a:ea typeface="Noto Sans TC"/>
                <a:cs typeface="Noto Sans TC"/>
              </a:defRPr>
            </a:pPr>
            <a:r>
              <a:rPr lang="en-US" altLang="zh-TW" dirty="0"/>
              <a:t>RCCI</a:t>
            </a:r>
            <a:endParaRPr sz="13200" b="1" dirty="0">
              <a:solidFill>
                <a:srgbClr val="101818"/>
              </a:solidFill>
              <a:latin typeface="Noto Sans TC"/>
              <a:ea typeface="Noto Sans TC"/>
              <a:cs typeface="Noto Sans TC"/>
            </a:endParaRPr>
          </a:p>
        </p:txBody>
      </p:sp>
      <p:sp>
        <p:nvSpPr>
          <p:cNvPr id="30" name="text-8-量子晶片製程研發平台">
            <a:extLst>
              <a:ext uri="{FF2B5EF4-FFF2-40B4-BE49-F238E27FC236}">
                <a16:creationId xmlns:a16="http://schemas.microsoft.com/office/drawing/2014/main" id="{43F9BFCD-89F6-61FC-2C17-A8295FF4BCD1}"/>
              </a:ext>
            </a:extLst>
          </p:cNvPr>
          <p:cNvSpPr>
            <a:spLocks noGrp="1"/>
          </p:cNvSpPr>
          <p:nvPr/>
        </p:nvSpPr>
        <p:spPr>
          <a:xfrm>
            <a:off x="1149190" y="2777108"/>
            <a:ext cx="5602130" cy="680847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>
              <a:defRPr sz="2700" b="1">
                <a:solidFill>
                  <a:srgbClr val="101818"/>
                </a:solidFill>
                <a:latin typeface="Noto Sans TC"/>
                <a:ea typeface="Noto Sans TC"/>
                <a:cs typeface="Noto Sans TC"/>
              </a:defRPr>
            </a:defPPr>
            <a:lvl1pPr>
              <a:defRPr sz="2700" b="1">
                <a:solidFill>
                  <a:srgbClr val="101818"/>
                </a:solidFill>
                <a:latin typeface="Noto Sans TC"/>
                <a:ea typeface="Noto Sans TC"/>
                <a:cs typeface="Noto Sans TC"/>
              </a:defRPr>
            </a:lvl1pPr>
            <a:lvl2pPr>
              <a:defRPr sz="2700" b="1">
                <a:solidFill>
                  <a:srgbClr val="101818"/>
                </a:solidFill>
                <a:latin typeface="Noto Sans TC"/>
                <a:ea typeface="Noto Sans TC"/>
                <a:cs typeface="Noto Sans TC"/>
              </a:defRPr>
            </a:lvl2pPr>
            <a:lvl3pPr>
              <a:defRPr sz="2700" b="1">
                <a:solidFill>
                  <a:srgbClr val="101818"/>
                </a:solidFill>
                <a:latin typeface="Noto Sans TC"/>
                <a:ea typeface="Noto Sans TC"/>
                <a:cs typeface="Noto Sans TC"/>
              </a:defRPr>
            </a:lvl3pPr>
            <a:lvl4pPr>
              <a:defRPr sz="2700" b="1">
                <a:solidFill>
                  <a:srgbClr val="101818"/>
                </a:solidFill>
                <a:latin typeface="Noto Sans TC"/>
                <a:ea typeface="Noto Sans TC"/>
                <a:cs typeface="Noto Sans TC"/>
              </a:defRPr>
            </a:lvl4pPr>
            <a:lvl5pPr>
              <a:defRPr sz="2700" b="1">
                <a:solidFill>
                  <a:srgbClr val="101818"/>
                </a:solidFill>
                <a:latin typeface="Noto Sans TC"/>
                <a:ea typeface="Noto Sans TC"/>
                <a:cs typeface="Noto Sans TC"/>
              </a:defRPr>
            </a:lvl5pPr>
            <a:lvl6pPr>
              <a:defRPr sz="2700" b="1">
                <a:solidFill>
                  <a:srgbClr val="101818"/>
                </a:solidFill>
                <a:latin typeface="Noto Sans TC"/>
                <a:ea typeface="Noto Sans TC"/>
                <a:cs typeface="Noto Sans TC"/>
              </a:defRPr>
            </a:lvl6pPr>
            <a:lvl7pPr>
              <a:defRPr sz="2700" b="1">
                <a:solidFill>
                  <a:srgbClr val="101818"/>
                </a:solidFill>
                <a:latin typeface="Noto Sans TC"/>
                <a:ea typeface="Noto Sans TC"/>
                <a:cs typeface="Noto Sans TC"/>
              </a:defRPr>
            </a:lvl7pPr>
            <a:lvl8pPr>
              <a:defRPr sz="2700" b="1">
                <a:solidFill>
                  <a:srgbClr val="101818"/>
                </a:solidFill>
                <a:latin typeface="Noto Sans TC"/>
                <a:ea typeface="Noto Sans TC"/>
                <a:cs typeface="Noto Sans TC"/>
              </a:defRPr>
            </a:lvl8pPr>
            <a:lvl9pPr>
              <a:defRPr sz="2700" b="1">
                <a:solidFill>
                  <a:srgbClr val="101818"/>
                </a:solidFill>
                <a:latin typeface="Noto Sans TC"/>
                <a:ea typeface="Noto Sans TC"/>
                <a:cs typeface="Noto Sans TC"/>
              </a:defRPr>
            </a:lvl9pPr>
          </a:lstStyle>
          <a:p>
            <a:pPr>
              <a:defRPr sz="2700" b="1">
                <a:solidFill>
                  <a:srgbClr val="101818"/>
                </a:solidFill>
                <a:latin typeface="Noto Sans TC"/>
                <a:ea typeface="Noto Sans TC"/>
                <a:cs typeface="Noto Sans TC"/>
              </a:defRPr>
            </a:pPr>
            <a:r>
              <a:rPr lang="zh-TW" altLang="en-US" sz="4800" dirty="0"/>
              <a:t>五大服務型設施介紹</a:t>
            </a:r>
            <a:endParaRPr sz="4800" dirty="0"/>
          </a:p>
        </p:txBody>
      </p:sp>
      <p:pic>
        <p:nvPicPr>
          <p:cNvPr id="34" name="圖片 33">
            <a:extLst>
              <a:ext uri="{FF2B5EF4-FFF2-40B4-BE49-F238E27FC236}">
                <a16:creationId xmlns:a16="http://schemas.microsoft.com/office/drawing/2014/main" id="{34D3B954-571C-58D2-CFCA-A3AAEE9F49A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591325"/>
            <a:ext cx="10287000" cy="36760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88324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-1">
            <a:extLst>
              <a:ext uri="{FF2B5EF4-FFF2-40B4-BE49-F238E27FC236}">
                <a16:creationId xmlns:a16="http://schemas.microsoft.com/office/drawing/2014/main" id="{117CDBC1-A7C0-4447-BA23-B325141F442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0287000" cy="12858750"/>
          </a:xfrm>
          <a:prstGeom prst="rect">
            <a:avLst/>
          </a:prstGeom>
          <a:solidFill>
            <a:srgbClr val="FFC400"/>
          </a:solidFill>
          <a:ln w="0">
            <a:noFill/>
          </a:ln>
        </p:spPr>
        <p:txBody>
          <a:bodyPr/>
          <a:lstStyle/>
          <a:p>
            <a:endParaRPr lang="zh-TW" altLang="en-US" sz="2800" b="1" dirty="0">
              <a:solidFill>
                <a:srgbClr val="132821"/>
              </a:solidFill>
              <a:latin typeface="Noto Sans TC" panose="020B0200000000000000" pitchFamily="34" charset="-120"/>
              <a:ea typeface="Noto Sans TC" panose="020B0200000000000000" pitchFamily="34" charset="-120"/>
            </a:endParaRPr>
          </a:p>
        </p:txBody>
      </p:sp>
      <p:sp>
        <p:nvSpPr>
          <p:cNvPr id="2" name="text-2-RCCI*">
            <a:extLst>
              <a:ext uri="{FF2B5EF4-FFF2-40B4-BE49-F238E27FC236}">
                <a16:creationId xmlns:a16="http://schemas.microsoft.com/office/drawing/2014/main" id="{A5D0020F-930B-43DC-A056-98181A0C978E}"/>
              </a:ext>
            </a:extLst>
          </p:cNvPr>
          <p:cNvSpPr>
            <a:spLocks noGrp="1"/>
          </p:cNvSpPr>
          <p:nvPr/>
        </p:nvSpPr>
        <p:spPr>
          <a:xfrm>
            <a:off x="1111091" y="488442"/>
            <a:ext cx="6082189" cy="2481072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>
              <a:defRPr sz="13200" b="1">
                <a:solidFill>
                  <a:srgbClr val="101818"/>
                </a:solidFill>
                <a:latin typeface="Noto Sans TC"/>
                <a:ea typeface="Noto Sans TC"/>
                <a:cs typeface="Noto Sans TC"/>
              </a:defRPr>
            </a:defPPr>
            <a:lvl1pPr>
              <a:defRPr sz="13200" b="1">
                <a:solidFill>
                  <a:srgbClr val="101818"/>
                </a:solidFill>
                <a:latin typeface="Noto Sans TC"/>
                <a:ea typeface="Noto Sans TC"/>
                <a:cs typeface="Noto Sans TC"/>
              </a:defRPr>
            </a:lvl1pPr>
            <a:lvl2pPr>
              <a:defRPr sz="13200" b="1">
                <a:solidFill>
                  <a:srgbClr val="101818"/>
                </a:solidFill>
                <a:latin typeface="Noto Sans TC"/>
                <a:ea typeface="Noto Sans TC"/>
                <a:cs typeface="Noto Sans TC"/>
              </a:defRPr>
            </a:lvl2pPr>
            <a:lvl3pPr>
              <a:defRPr sz="13200" b="1">
                <a:solidFill>
                  <a:srgbClr val="101818"/>
                </a:solidFill>
                <a:latin typeface="Noto Sans TC"/>
                <a:ea typeface="Noto Sans TC"/>
                <a:cs typeface="Noto Sans TC"/>
              </a:defRPr>
            </a:lvl3pPr>
            <a:lvl4pPr>
              <a:defRPr sz="13200" b="1">
                <a:solidFill>
                  <a:srgbClr val="101818"/>
                </a:solidFill>
                <a:latin typeface="Noto Sans TC"/>
                <a:ea typeface="Noto Sans TC"/>
                <a:cs typeface="Noto Sans TC"/>
              </a:defRPr>
            </a:lvl4pPr>
            <a:lvl5pPr>
              <a:defRPr sz="13200" b="1">
                <a:solidFill>
                  <a:srgbClr val="101818"/>
                </a:solidFill>
                <a:latin typeface="Noto Sans TC"/>
                <a:ea typeface="Noto Sans TC"/>
                <a:cs typeface="Noto Sans TC"/>
              </a:defRPr>
            </a:lvl5pPr>
            <a:lvl6pPr>
              <a:defRPr sz="13200" b="1">
                <a:solidFill>
                  <a:srgbClr val="101818"/>
                </a:solidFill>
                <a:latin typeface="Noto Sans TC"/>
                <a:ea typeface="Noto Sans TC"/>
                <a:cs typeface="Noto Sans TC"/>
              </a:defRPr>
            </a:lvl6pPr>
            <a:lvl7pPr>
              <a:defRPr sz="13200" b="1">
                <a:solidFill>
                  <a:srgbClr val="101818"/>
                </a:solidFill>
                <a:latin typeface="Noto Sans TC"/>
                <a:ea typeface="Noto Sans TC"/>
                <a:cs typeface="Noto Sans TC"/>
              </a:defRPr>
            </a:lvl7pPr>
            <a:lvl8pPr>
              <a:defRPr sz="13200" b="1">
                <a:solidFill>
                  <a:srgbClr val="101818"/>
                </a:solidFill>
                <a:latin typeface="Noto Sans TC"/>
                <a:ea typeface="Noto Sans TC"/>
                <a:cs typeface="Noto Sans TC"/>
              </a:defRPr>
            </a:lvl8pPr>
            <a:lvl9pPr>
              <a:defRPr sz="13200" b="1">
                <a:solidFill>
                  <a:srgbClr val="101818"/>
                </a:solidFill>
                <a:latin typeface="Noto Sans TC"/>
                <a:ea typeface="Noto Sans TC"/>
                <a:cs typeface="Noto Sans TC"/>
              </a:defRPr>
            </a:lvl9pPr>
          </a:lstStyle>
          <a:p>
            <a:pPr>
              <a:defRPr sz="13200" b="1">
                <a:solidFill>
                  <a:srgbClr val="101818"/>
                </a:solidFill>
                <a:latin typeface="Noto Sans TC"/>
                <a:ea typeface="Noto Sans TC"/>
                <a:cs typeface="Noto Sans TC"/>
              </a:defRPr>
            </a:pPr>
            <a:r>
              <a:rPr lang="en-US" altLang="zh-TW" dirty="0"/>
              <a:t>QC-Fab</a:t>
            </a:r>
            <a:endParaRPr sz="13200" b="1" dirty="0">
              <a:solidFill>
                <a:srgbClr val="101818"/>
              </a:solidFill>
              <a:latin typeface="Noto Sans TC"/>
              <a:ea typeface="Noto Sans TC"/>
              <a:cs typeface="Noto Sans TC"/>
            </a:endParaRPr>
          </a:p>
        </p:txBody>
      </p:sp>
      <p:sp>
        <p:nvSpPr>
          <p:cNvPr id="4" name="text-4-VOL. 01">
            <a:extLst>
              <a:ext uri="{FF2B5EF4-FFF2-40B4-BE49-F238E27FC236}">
                <a16:creationId xmlns:a16="http://schemas.microsoft.com/office/drawing/2014/main" id="{DD9C85DA-994C-4C3B-B64B-CC5F11242A74}"/>
              </a:ext>
            </a:extLst>
          </p:cNvPr>
          <p:cNvSpPr>
            <a:spLocks noGrp="1"/>
          </p:cNvSpPr>
          <p:nvPr/>
        </p:nvSpPr>
        <p:spPr>
          <a:xfrm>
            <a:off x="336612" y="1387617"/>
            <a:ext cx="539591" cy="28632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>
              <a:defRPr sz="1725" b="1">
                <a:solidFill>
                  <a:srgbClr val="101818"/>
                </a:solidFill>
                <a:latin typeface="Noto Sans TC"/>
                <a:ea typeface="Noto Sans TC"/>
                <a:cs typeface="Noto Sans TC"/>
              </a:defRPr>
            </a:defPPr>
            <a:lvl1pPr>
              <a:defRPr sz="1725" b="1">
                <a:solidFill>
                  <a:srgbClr val="101818"/>
                </a:solidFill>
                <a:latin typeface="Noto Sans TC"/>
                <a:ea typeface="Noto Sans TC"/>
                <a:cs typeface="Noto Sans TC"/>
              </a:defRPr>
            </a:lvl1pPr>
            <a:lvl2pPr>
              <a:defRPr sz="1725" b="1">
                <a:solidFill>
                  <a:srgbClr val="101818"/>
                </a:solidFill>
                <a:latin typeface="Noto Sans TC"/>
                <a:ea typeface="Noto Sans TC"/>
                <a:cs typeface="Noto Sans TC"/>
              </a:defRPr>
            </a:lvl2pPr>
            <a:lvl3pPr>
              <a:defRPr sz="1725" b="1">
                <a:solidFill>
                  <a:srgbClr val="101818"/>
                </a:solidFill>
                <a:latin typeface="Noto Sans TC"/>
                <a:ea typeface="Noto Sans TC"/>
                <a:cs typeface="Noto Sans TC"/>
              </a:defRPr>
            </a:lvl3pPr>
            <a:lvl4pPr>
              <a:defRPr sz="1725" b="1">
                <a:solidFill>
                  <a:srgbClr val="101818"/>
                </a:solidFill>
                <a:latin typeface="Noto Sans TC"/>
                <a:ea typeface="Noto Sans TC"/>
                <a:cs typeface="Noto Sans TC"/>
              </a:defRPr>
            </a:lvl4pPr>
            <a:lvl5pPr>
              <a:defRPr sz="1725" b="1">
                <a:solidFill>
                  <a:srgbClr val="101818"/>
                </a:solidFill>
                <a:latin typeface="Noto Sans TC"/>
                <a:ea typeface="Noto Sans TC"/>
                <a:cs typeface="Noto Sans TC"/>
              </a:defRPr>
            </a:lvl5pPr>
            <a:lvl6pPr>
              <a:defRPr sz="1725" b="1">
                <a:solidFill>
                  <a:srgbClr val="101818"/>
                </a:solidFill>
                <a:latin typeface="Noto Sans TC"/>
                <a:ea typeface="Noto Sans TC"/>
                <a:cs typeface="Noto Sans TC"/>
              </a:defRPr>
            </a:lvl6pPr>
            <a:lvl7pPr>
              <a:defRPr sz="1725" b="1">
                <a:solidFill>
                  <a:srgbClr val="101818"/>
                </a:solidFill>
                <a:latin typeface="Noto Sans TC"/>
                <a:ea typeface="Noto Sans TC"/>
                <a:cs typeface="Noto Sans TC"/>
              </a:defRPr>
            </a:lvl7pPr>
            <a:lvl8pPr>
              <a:defRPr sz="1725" b="1">
                <a:solidFill>
                  <a:srgbClr val="101818"/>
                </a:solidFill>
                <a:latin typeface="Noto Sans TC"/>
                <a:ea typeface="Noto Sans TC"/>
                <a:cs typeface="Noto Sans TC"/>
              </a:defRPr>
            </a:lvl8pPr>
            <a:lvl9pPr>
              <a:defRPr sz="1725" b="1">
                <a:solidFill>
                  <a:srgbClr val="101818"/>
                </a:solidFill>
                <a:latin typeface="Noto Sans TC"/>
                <a:ea typeface="Noto Sans TC"/>
                <a:cs typeface="Noto Sans TC"/>
              </a:defRPr>
            </a:lvl9pPr>
          </a:lstStyle>
          <a:p>
            <a:pPr>
              <a:defRPr sz="1725" b="1">
                <a:solidFill>
                  <a:srgbClr val="101818"/>
                </a:solidFill>
                <a:latin typeface="Noto Sans TC"/>
                <a:ea typeface="Noto Sans TC"/>
                <a:cs typeface="Noto Sans TC"/>
              </a:defRPr>
            </a:pPr>
            <a:r>
              <a:rPr sz="2800" b="1" dirty="0">
                <a:solidFill>
                  <a:srgbClr val="101818"/>
                </a:solidFill>
                <a:latin typeface="Noto Sans TC"/>
                <a:ea typeface="Noto Sans TC"/>
                <a:cs typeface="Noto Sans TC"/>
              </a:rPr>
              <a:t>01</a:t>
            </a:r>
          </a:p>
        </p:txBody>
      </p:sp>
      <p:sp>
        <p:nvSpPr>
          <p:cNvPr id="6" name="text-6-一秒">
            <a:extLst>
              <a:ext uri="{FF2B5EF4-FFF2-40B4-BE49-F238E27FC236}">
                <a16:creationId xmlns:a16="http://schemas.microsoft.com/office/drawing/2014/main" id="{5BF00D0B-FD9A-4DF9-9D6F-007DE586F662}"/>
              </a:ext>
            </a:extLst>
          </p:cNvPr>
          <p:cNvSpPr>
            <a:spLocks noGrp="1"/>
          </p:cNvSpPr>
          <p:nvPr/>
        </p:nvSpPr>
        <p:spPr>
          <a:xfrm>
            <a:off x="7131367" y="8538400"/>
            <a:ext cx="1993583" cy="1282827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>
              <a:defRPr sz="6825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defPPr>
            <a:lvl1pPr>
              <a:defRPr sz="6825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lvl1pPr>
            <a:lvl2pPr>
              <a:defRPr sz="6825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lvl2pPr>
            <a:lvl3pPr>
              <a:defRPr sz="6825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lvl3pPr>
            <a:lvl4pPr>
              <a:defRPr sz="6825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lvl4pPr>
            <a:lvl5pPr>
              <a:defRPr sz="6825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lvl5pPr>
            <a:lvl6pPr>
              <a:defRPr sz="6825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lvl6pPr>
            <a:lvl7pPr>
              <a:defRPr sz="6825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lvl7pPr>
            <a:lvl8pPr>
              <a:defRPr sz="6825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lvl8pPr>
            <a:lvl9pPr>
              <a:defRPr sz="6825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lvl9pPr>
          </a:lstStyle>
          <a:p>
            <a:pPr>
              <a:defRPr sz="6825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endParaRPr sz="6825" b="1" dirty="0">
              <a:solidFill>
                <a:srgbClr val="FFFFFF"/>
              </a:solidFill>
              <a:latin typeface="Noto Sans TC"/>
              <a:ea typeface="Noto Sans TC"/>
              <a:cs typeface="Noto Sans TC"/>
            </a:endParaRPr>
          </a:p>
        </p:txBody>
      </p:sp>
      <p:pic>
        <p:nvPicPr>
          <p:cNvPr id="15" name="圖片 14">
            <a:extLst>
              <a:ext uri="{FF2B5EF4-FFF2-40B4-BE49-F238E27FC236}">
                <a16:creationId xmlns:a16="http://schemas.microsoft.com/office/drawing/2014/main" id="{2D2C5294-CEDF-92F1-AC68-3F629A8AA94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3457" y="4600866"/>
            <a:ext cx="8383543" cy="4715743"/>
          </a:xfrm>
          <a:prstGeom prst="rect">
            <a:avLst/>
          </a:prstGeom>
        </p:spPr>
      </p:pic>
      <p:sp>
        <p:nvSpPr>
          <p:cNvPr id="17" name="text-8-量子晶片製程研發平台">
            <a:extLst>
              <a:ext uri="{FF2B5EF4-FFF2-40B4-BE49-F238E27FC236}">
                <a16:creationId xmlns:a16="http://schemas.microsoft.com/office/drawing/2014/main" id="{D0BB2109-F114-EBA5-6D24-6BE2931BF46A}"/>
              </a:ext>
            </a:extLst>
          </p:cNvPr>
          <p:cNvSpPr>
            <a:spLocks noGrp="1"/>
          </p:cNvSpPr>
          <p:nvPr/>
        </p:nvSpPr>
        <p:spPr>
          <a:xfrm>
            <a:off x="1149191" y="2777109"/>
            <a:ext cx="3531870" cy="507492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>
              <a:defRPr sz="2700" b="1">
                <a:solidFill>
                  <a:srgbClr val="101818"/>
                </a:solidFill>
                <a:latin typeface="Noto Sans TC"/>
                <a:ea typeface="Noto Sans TC"/>
                <a:cs typeface="Noto Sans TC"/>
              </a:defRPr>
            </a:defPPr>
            <a:lvl1pPr>
              <a:defRPr sz="2700" b="1">
                <a:solidFill>
                  <a:srgbClr val="101818"/>
                </a:solidFill>
                <a:latin typeface="Noto Sans TC"/>
                <a:ea typeface="Noto Sans TC"/>
                <a:cs typeface="Noto Sans TC"/>
              </a:defRPr>
            </a:lvl1pPr>
            <a:lvl2pPr>
              <a:defRPr sz="2700" b="1">
                <a:solidFill>
                  <a:srgbClr val="101818"/>
                </a:solidFill>
                <a:latin typeface="Noto Sans TC"/>
                <a:ea typeface="Noto Sans TC"/>
                <a:cs typeface="Noto Sans TC"/>
              </a:defRPr>
            </a:lvl2pPr>
            <a:lvl3pPr>
              <a:defRPr sz="2700" b="1">
                <a:solidFill>
                  <a:srgbClr val="101818"/>
                </a:solidFill>
                <a:latin typeface="Noto Sans TC"/>
                <a:ea typeface="Noto Sans TC"/>
                <a:cs typeface="Noto Sans TC"/>
              </a:defRPr>
            </a:lvl3pPr>
            <a:lvl4pPr>
              <a:defRPr sz="2700" b="1">
                <a:solidFill>
                  <a:srgbClr val="101818"/>
                </a:solidFill>
                <a:latin typeface="Noto Sans TC"/>
                <a:ea typeface="Noto Sans TC"/>
                <a:cs typeface="Noto Sans TC"/>
              </a:defRPr>
            </a:lvl4pPr>
            <a:lvl5pPr>
              <a:defRPr sz="2700" b="1">
                <a:solidFill>
                  <a:srgbClr val="101818"/>
                </a:solidFill>
                <a:latin typeface="Noto Sans TC"/>
                <a:ea typeface="Noto Sans TC"/>
                <a:cs typeface="Noto Sans TC"/>
              </a:defRPr>
            </a:lvl5pPr>
            <a:lvl6pPr>
              <a:defRPr sz="2700" b="1">
                <a:solidFill>
                  <a:srgbClr val="101818"/>
                </a:solidFill>
                <a:latin typeface="Noto Sans TC"/>
                <a:ea typeface="Noto Sans TC"/>
                <a:cs typeface="Noto Sans TC"/>
              </a:defRPr>
            </a:lvl6pPr>
            <a:lvl7pPr>
              <a:defRPr sz="2700" b="1">
                <a:solidFill>
                  <a:srgbClr val="101818"/>
                </a:solidFill>
                <a:latin typeface="Noto Sans TC"/>
                <a:ea typeface="Noto Sans TC"/>
                <a:cs typeface="Noto Sans TC"/>
              </a:defRPr>
            </a:lvl7pPr>
            <a:lvl8pPr>
              <a:defRPr sz="2700" b="1">
                <a:solidFill>
                  <a:srgbClr val="101818"/>
                </a:solidFill>
                <a:latin typeface="Noto Sans TC"/>
                <a:ea typeface="Noto Sans TC"/>
                <a:cs typeface="Noto Sans TC"/>
              </a:defRPr>
            </a:lvl8pPr>
            <a:lvl9pPr>
              <a:defRPr sz="2700" b="1">
                <a:solidFill>
                  <a:srgbClr val="101818"/>
                </a:solidFill>
                <a:latin typeface="Noto Sans TC"/>
                <a:ea typeface="Noto Sans TC"/>
                <a:cs typeface="Noto Sans TC"/>
              </a:defRPr>
            </a:lvl9pPr>
          </a:lstStyle>
          <a:p>
            <a:pPr>
              <a:defRPr sz="2700" b="1">
                <a:solidFill>
                  <a:srgbClr val="101818"/>
                </a:solidFill>
                <a:latin typeface="Noto Sans TC"/>
                <a:ea typeface="Noto Sans TC"/>
                <a:cs typeface="Noto Sans TC"/>
              </a:defRPr>
            </a:pPr>
            <a:r>
              <a:rPr sz="4800" dirty="0" err="1"/>
              <a:t>量子晶片製程研發平台</a:t>
            </a:r>
            <a:endParaRPr sz="4800" dirty="0"/>
          </a:p>
        </p:txBody>
      </p:sp>
      <p:sp>
        <p:nvSpPr>
          <p:cNvPr id="19" name="text-9-標準化 8 吋全自動製程，推動台灣">
            <a:extLst>
              <a:ext uri="{FF2B5EF4-FFF2-40B4-BE49-F238E27FC236}">
                <a16:creationId xmlns:a16="http://schemas.microsoft.com/office/drawing/2014/main" id="{3A99F4E8-BF5B-870F-8D72-3487CFA38FA4}"/>
              </a:ext>
            </a:extLst>
          </p:cNvPr>
          <p:cNvSpPr>
            <a:spLocks noGrp="1"/>
          </p:cNvSpPr>
          <p:nvPr/>
        </p:nvSpPr>
        <p:spPr>
          <a:xfrm>
            <a:off x="1149191" y="3720183"/>
            <a:ext cx="4191772" cy="357424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>
              <a:defRPr sz="2250" b="0">
                <a:solidFill>
                  <a:srgbClr val="101818"/>
                </a:solidFill>
                <a:latin typeface="Noto Sans TC"/>
                <a:ea typeface="Noto Sans TC"/>
                <a:cs typeface="Noto Sans TC"/>
              </a:defRPr>
            </a:defPPr>
            <a:lvl1pPr>
              <a:defRPr sz="2250" b="0">
                <a:solidFill>
                  <a:srgbClr val="101818"/>
                </a:solidFill>
                <a:latin typeface="Noto Sans TC"/>
                <a:ea typeface="Noto Sans TC"/>
                <a:cs typeface="Noto Sans TC"/>
              </a:defRPr>
            </a:lvl1pPr>
            <a:lvl2pPr>
              <a:defRPr sz="2250" b="0">
                <a:solidFill>
                  <a:srgbClr val="101818"/>
                </a:solidFill>
                <a:latin typeface="Noto Sans TC"/>
                <a:ea typeface="Noto Sans TC"/>
                <a:cs typeface="Noto Sans TC"/>
              </a:defRPr>
            </a:lvl2pPr>
            <a:lvl3pPr>
              <a:defRPr sz="2250" b="0">
                <a:solidFill>
                  <a:srgbClr val="101818"/>
                </a:solidFill>
                <a:latin typeface="Noto Sans TC"/>
                <a:ea typeface="Noto Sans TC"/>
                <a:cs typeface="Noto Sans TC"/>
              </a:defRPr>
            </a:lvl3pPr>
            <a:lvl4pPr>
              <a:defRPr sz="2250" b="0">
                <a:solidFill>
                  <a:srgbClr val="101818"/>
                </a:solidFill>
                <a:latin typeface="Noto Sans TC"/>
                <a:ea typeface="Noto Sans TC"/>
                <a:cs typeface="Noto Sans TC"/>
              </a:defRPr>
            </a:lvl4pPr>
            <a:lvl5pPr>
              <a:defRPr sz="2250" b="0">
                <a:solidFill>
                  <a:srgbClr val="101818"/>
                </a:solidFill>
                <a:latin typeface="Noto Sans TC"/>
                <a:ea typeface="Noto Sans TC"/>
                <a:cs typeface="Noto Sans TC"/>
              </a:defRPr>
            </a:lvl5pPr>
            <a:lvl6pPr>
              <a:defRPr sz="2250" b="0">
                <a:solidFill>
                  <a:srgbClr val="101818"/>
                </a:solidFill>
                <a:latin typeface="Noto Sans TC"/>
                <a:ea typeface="Noto Sans TC"/>
                <a:cs typeface="Noto Sans TC"/>
              </a:defRPr>
            </a:lvl6pPr>
            <a:lvl7pPr>
              <a:defRPr sz="2250" b="0">
                <a:solidFill>
                  <a:srgbClr val="101818"/>
                </a:solidFill>
                <a:latin typeface="Noto Sans TC"/>
                <a:ea typeface="Noto Sans TC"/>
                <a:cs typeface="Noto Sans TC"/>
              </a:defRPr>
            </a:lvl7pPr>
            <a:lvl8pPr>
              <a:defRPr sz="2250" b="0">
                <a:solidFill>
                  <a:srgbClr val="101818"/>
                </a:solidFill>
                <a:latin typeface="Noto Sans TC"/>
                <a:ea typeface="Noto Sans TC"/>
                <a:cs typeface="Noto Sans TC"/>
              </a:defRPr>
            </a:lvl8pPr>
            <a:lvl9pPr>
              <a:defRPr sz="2250" b="0">
                <a:solidFill>
                  <a:srgbClr val="101818"/>
                </a:solidFill>
                <a:latin typeface="Noto Sans TC"/>
                <a:ea typeface="Noto Sans TC"/>
                <a:cs typeface="Noto Sans TC"/>
              </a:defRPr>
            </a:lvl9pPr>
          </a:lstStyle>
          <a:p>
            <a:pPr>
              <a:defRPr sz="2250" b="0">
                <a:solidFill>
                  <a:srgbClr val="101818"/>
                </a:solidFill>
                <a:latin typeface="Noto Sans TC"/>
                <a:ea typeface="Noto Sans TC"/>
                <a:cs typeface="Noto Sans TC"/>
              </a:defRPr>
            </a:pPr>
            <a:r>
              <a:rPr lang="zh-TW" altLang="zh-TW" sz="2000" dirty="0"/>
              <a:t>QUANTUM CHIP FABRICATION</a:t>
            </a:r>
            <a:r>
              <a:rPr lang="en-US" altLang="zh-TW" sz="2000" dirty="0"/>
              <a:t> SPACE</a:t>
            </a:r>
            <a:endParaRPr lang="en-US" sz="2000" dirty="0">
              <a:solidFill>
                <a:srgbClr val="132821"/>
              </a:solidFill>
              <a:latin typeface="Noto Sans TC" panose="020B0200000000000000" pitchFamily="34" charset="-120"/>
              <a:ea typeface="Noto Sans TC" panose="020B0200000000000000" pitchFamily="34" charset="-120"/>
            </a:endParaRPr>
          </a:p>
        </p:txBody>
      </p:sp>
      <p:sp>
        <p:nvSpPr>
          <p:cNvPr id="21" name="text-10-超導量子晶片在地研發與小量產。">
            <a:extLst>
              <a:ext uri="{FF2B5EF4-FFF2-40B4-BE49-F238E27FC236}">
                <a16:creationId xmlns:a16="http://schemas.microsoft.com/office/drawing/2014/main" id="{FF30CFFB-49E0-E6A6-4185-D69BA3CA9A7D}"/>
              </a:ext>
            </a:extLst>
          </p:cNvPr>
          <p:cNvSpPr>
            <a:spLocks noGrp="1"/>
          </p:cNvSpPr>
          <p:nvPr/>
        </p:nvSpPr>
        <p:spPr>
          <a:xfrm>
            <a:off x="649093" y="10436344"/>
            <a:ext cx="6544187" cy="502914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>
              <a:defRPr sz="2250" b="0">
                <a:solidFill>
                  <a:srgbClr val="101818"/>
                </a:solidFill>
                <a:latin typeface="Noto Sans TC"/>
                <a:ea typeface="Noto Sans TC"/>
                <a:cs typeface="Noto Sans TC"/>
              </a:defRPr>
            </a:defPPr>
            <a:lvl1pPr>
              <a:defRPr sz="2250" b="0">
                <a:solidFill>
                  <a:srgbClr val="101818"/>
                </a:solidFill>
                <a:latin typeface="Noto Sans TC"/>
                <a:ea typeface="Noto Sans TC"/>
                <a:cs typeface="Noto Sans TC"/>
              </a:defRPr>
            </a:lvl1pPr>
            <a:lvl2pPr>
              <a:defRPr sz="2250" b="0">
                <a:solidFill>
                  <a:srgbClr val="101818"/>
                </a:solidFill>
                <a:latin typeface="Noto Sans TC"/>
                <a:ea typeface="Noto Sans TC"/>
                <a:cs typeface="Noto Sans TC"/>
              </a:defRPr>
            </a:lvl2pPr>
            <a:lvl3pPr>
              <a:defRPr sz="2250" b="0">
                <a:solidFill>
                  <a:srgbClr val="101818"/>
                </a:solidFill>
                <a:latin typeface="Noto Sans TC"/>
                <a:ea typeface="Noto Sans TC"/>
                <a:cs typeface="Noto Sans TC"/>
              </a:defRPr>
            </a:lvl3pPr>
            <a:lvl4pPr>
              <a:defRPr sz="2250" b="0">
                <a:solidFill>
                  <a:srgbClr val="101818"/>
                </a:solidFill>
                <a:latin typeface="Noto Sans TC"/>
                <a:ea typeface="Noto Sans TC"/>
                <a:cs typeface="Noto Sans TC"/>
              </a:defRPr>
            </a:lvl4pPr>
            <a:lvl5pPr>
              <a:defRPr sz="2250" b="0">
                <a:solidFill>
                  <a:srgbClr val="101818"/>
                </a:solidFill>
                <a:latin typeface="Noto Sans TC"/>
                <a:ea typeface="Noto Sans TC"/>
                <a:cs typeface="Noto Sans TC"/>
              </a:defRPr>
            </a:lvl5pPr>
            <a:lvl6pPr>
              <a:defRPr sz="2250" b="0">
                <a:solidFill>
                  <a:srgbClr val="101818"/>
                </a:solidFill>
                <a:latin typeface="Noto Sans TC"/>
                <a:ea typeface="Noto Sans TC"/>
                <a:cs typeface="Noto Sans TC"/>
              </a:defRPr>
            </a:lvl6pPr>
            <a:lvl7pPr>
              <a:defRPr sz="2250" b="0">
                <a:solidFill>
                  <a:srgbClr val="101818"/>
                </a:solidFill>
                <a:latin typeface="Noto Sans TC"/>
                <a:ea typeface="Noto Sans TC"/>
                <a:cs typeface="Noto Sans TC"/>
              </a:defRPr>
            </a:lvl7pPr>
            <a:lvl8pPr>
              <a:defRPr sz="2250" b="0">
                <a:solidFill>
                  <a:srgbClr val="101818"/>
                </a:solidFill>
                <a:latin typeface="Noto Sans TC"/>
                <a:ea typeface="Noto Sans TC"/>
                <a:cs typeface="Noto Sans TC"/>
              </a:defRPr>
            </a:lvl8pPr>
            <a:lvl9pPr>
              <a:defRPr sz="2250" b="0">
                <a:solidFill>
                  <a:srgbClr val="101818"/>
                </a:solidFill>
                <a:latin typeface="Noto Sans TC"/>
                <a:ea typeface="Noto Sans TC"/>
                <a:cs typeface="Noto Sans TC"/>
              </a:defRPr>
            </a:lvl9pPr>
          </a:lstStyle>
          <a:p>
            <a:pPr>
              <a:defRPr sz="2250" b="0">
                <a:solidFill>
                  <a:srgbClr val="101818"/>
                </a:solidFill>
                <a:latin typeface="Noto Sans TC"/>
                <a:ea typeface="Noto Sans TC"/>
                <a:cs typeface="Noto Sans TC"/>
              </a:defRPr>
            </a:pPr>
            <a:r>
              <a:rPr lang="zh-TW" altLang="en-US" sz="2800" dirty="0">
                <a:solidFill>
                  <a:srgbClr val="132821"/>
                </a:solidFill>
                <a:latin typeface="Noto Sans TC" panose="020B0200000000000000" pitchFamily="34" charset="-120"/>
                <a:ea typeface="Noto Sans TC" panose="020B0200000000000000" pitchFamily="34" charset="-120"/>
              </a:rPr>
              <a:t>超導量子晶片在地研發與小規模量產</a:t>
            </a:r>
          </a:p>
          <a:p>
            <a:pPr>
              <a:defRPr sz="2250" b="0">
                <a:solidFill>
                  <a:srgbClr val="101818"/>
                </a:solidFill>
                <a:latin typeface="Noto Sans TC"/>
                <a:ea typeface="Noto Sans TC"/>
                <a:cs typeface="Noto Sans TC"/>
              </a:defRPr>
            </a:pPr>
            <a:endParaRPr sz="2800" b="1" dirty="0">
              <a:solidFill>
                <a:srgbClr val="101818"/>
              </a:solidFill>
              <a:latin typeface="Noto Sans TC" panose="020B0200000000000000" pitchFamily="34" charset="-120"/>
              <a:ea typeface="Noto Sans TC" panose="020B0200000000000000" pitchFamily="34" charset="-120"/>
            </a:endParaRPr>
          </a:p>
        </p:txBody>
      </p:sp>
      <p:sp>
        <p:nvSpPr>
          <p:cNvPr id="23" name="text-11-超導薄膜成長 / 微影與蝕刻 / 約瑟夫森接">
            <a:extLst>
              <a:ext uri="{FF2B5EF4-FFF2-40B4-BE49-F238E27FC236}">
                <a16:creationId xmlns:a16="http://schemas.microsoft.com/office/drawing/2014/main" id="{EF8872E6-E662-24E6-27BC-40AD4417CFB1}"/>
              </a:ext>
            </a:extLst>
          </p:cNvPr>
          <p:cNvSpPr>
            <a:spLocks noGrp="1"/>
          </p:cNvSpPr>
          <p:nvPr/>
        </p:nvSpPr>
        <p:spPr>
          <a:xfrm>
            <a:off x="649093" y="11279590"/>
            <a:ext cx="9343585" cy="502914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>
              <a:defRPr sz="1800" b="0">
                <a:solidFill>
                  <a:srgbClr val="101818"/>
                </a:solidFill>
                <a:latin typeface="Noto Sans TC"/>
                <a:ea typeface="Noto Sans TC"/>
                <a:cs typeface="Noto Sans TC"/>
              </a:defRPr>
            </a:defPPr>
            <a:lvl1pPr>
              <a:defRPr sz="1800" b="0">
                <a:solidFill>
                  <a:srgbClr val="101818"/>
                </a:solidFill>
                <a:latin typeface="Noto Sans TC"/>
                <a:ea typeface="Noto Sans TC"/>
                <a:cs typeface="Noto Sans TC"/>
              </a:defRPr>
            </a:lvl1pPr>
            <a:lvl2pPr>
              <a:defRPr sz="1800" b="0">
                <a:solidFill>
                  <a:srgbClr val="101818"/>
                </a:solidFill>
                <a:latin typeface="Noto Sans TC"/>
                <a:ea typeface="Noto Sans TC"/>
                <a:cs typeface="Noto Sans TC"/>
              </a:defRPr>
            </a:lvl2pPr>
            <a:lvl3pPr>
              <a:defRPr sz="1800" b="0">
                <a:solidFill>
                  <a:srgbClr val="101818"/>
                </a:solidFill>
                <a:latin typeface="Noto Sans TC"/>
                <a:ea typeface="Noto Sans TC"/>
                <a:cs typeface="Noto Sans TC"/>
              </a:defRPr>
            </a:lvl3pPr>
            <a:lvl4pPr>
              <a:defRPr sz="1800" b="0">
                <a:solidFill>
                  <a:srgbClr val="101818"/>
                </a:solidFill>
                <a:latin typeface="Noto Sans TC"/>
                <a:ea typeface="Noto Sans TC"/>
                <a:cs typeface="Noto Sans TC"/>
              </a:defRPr>
            </a:lvl4pPr>
            <a:lvl5pPr>
              <a:defRPr sz="1800" b="0">
                <a:solidFill>
                  <a:srgbClr val="101818"/>
                </a:solidFill>
                <a:latin typeface="Noto Sans TC"/>
                <a:ea typeface="Noto Sans TC"/>
                <a:cs typeface="Noto Sans TC"/>
              </a:defRPr>
            </a:lvl5pPr>
            <a:lvl6pPr>
              <a:defRPr sz="1800" b="0">
                <a:solidFill>
                  <a:srgbClr val="101818"/>
                </a:solidFill>
                <a:latin typeface="Noto Sans TC"/>
                <a:ea typeface="Noto Sans TC"/>
                <a:cs typeface="Noto Sans TC"/>
              </a:defRPr>
            </a:lvl6pPr>
            <a:lvl7pPr>
              <a:defRPr sz="1800" b="0">
                <a:solidFill>
                  <a:srgbClr val="101818"/>
                </a:solidFill>
                <a:latin typeface="Noto Sans TC"/>
                <a:ea typeface="Noto Sans TC"/>
                <a:cs typeface="Noto Sans TC"/>
              </a:defRPr>
            </a:lvl7pPr>
            <a:lvl8pPr>
              <a:defRPr sz="1800" b="0">
                <a:solidFill>
                  <a:srgbClr val="101818"/>
                </a:solidFill>
                <a:latin typeface="Noto Sans TC"/>
                <a:ea typeface="Noto Sans TC"/>
                <a:cs typeface="Noto Sans TC"/>
              </a:defRPr>
            </a:lvl8pPr>
            <a:lvl9pPr>
              <a:defRPr sz="1800" b="0">
                <a:solidFill>
                  <a:srgbClr val="101818"/>
                </a:solidFill>
                <a:latin typeface="Noto Sans TC"/>
                <a:ea typeface="Noto Sans TC"/>
                <a:cs typeface="Noto Sans TC"/>
              </a:defRPr>
            </a:lvl9pPr>
          </a:lstStyle>
          <a:p>
            <a:pPr>
              <a:defRPr sz="1800" b="0">
                <a:solidFill>
                  <a:srgbClr val="101818"/>
                </a:solidFill>
                <a:latin typeface="Noto Sans TC"/>
                <a:ea typeface="Noto Sans TC"/>
                <a:cs typeface="Noto Sans TC"/>
              </a:defRPr>
            </a:pPr>
            <a:r>
              <a:rPr lang="en-US" altLang="zh-TW" sz="2800" dirty="0">
                <a:solidFill>
                  <a:srgbClr val="132821"/>
                </a:solidFill>
                <a:latin typeface="Noto Sans TC" panose="020B0200000000000000" pitchFamily="34" charset="-120"/>
                <a:ea typeface="Noto Sans TC" panose="020B0200000000000000" pitchFamily="34" charset="-120"/>
              </a:rPr>
              <a:t>#</a:t>
            </a:r>
            <a:r>
              <a:rPr sz="2800" dirty="0">
                <a:solidFill>
                  <a:srgbClr val="132821"/>
                </a:solidFill>
                <a:latin typeface="Noto Sans TC" panose="020B0200000000000000" pitchFamily="34" charset="-120"/>
                <a:ea typeface="Noto Sans TC" panose="020B0200000000000000" pitchFamily="34" charset="-120"/>
              </a:rPr>
              <a:t>超導薄膜成長 /</a:t>
            </a:r>
            <a:r>
              <a:rPr lang="en-US" altLang="zh-TW" sz="2800" dirty="0">
                <a:solidFill>
                  <a:srgbClr val="132821"/>
                </a:solidFill>
                <a:latin typeface="Noto Sans TC" panose="020B0200000000000000" pitchFamily="34" charset="-120"/>
                <a:ea typeface="Noto Sans TC" panose="020B0200000000000000" pitchFamily="34" charset="-120"/>
              </a:rPr>
              <a:t>#</a:t>
            </a:r>
            <a:r>
              <a:rPr sz="2800" dirty="0">
                <a:solidFill>
                  <a:srgbClr val="132821"/>
                </a:solidFill>
                <a:latin typeface="Noto Sans TC" panose="020B0200000000000000" pitchFamily="34" charset="-120"/>
                <a:ea typeface="Noto Sans TC" panose="020B0200000000000000" pitchFamily="34" charset="-120"/>
              </a:rPr>
              <a:t> </a:t>
            </a:r>
            <a:r>
              <a:rPr sz="2800" dirty="0" err="1">
                <a:solidFill>
                  <a:srgbClr val="132821"/>
                </a:solidFill>
                <a:latin typeface="Noto Sans TC" panose="020B0200000000000000" pitchFamily="34" charset="-120"/>
                <a:ea typeface="Noto Sans TC" panose="020B0200000000000000" pitchFamily="34" charset="-120"/>
              </a:rPr>
              <a:t>微影與蝕刻</a:t>
            </a:r>
            <a:r>
              <a:rPr sz="2800" dirty="0">
                <a:solidFill>
                  <a:srgbClr val="132821"/>
                </a:solidFill>
                <a:latin typeface="Noto Sans TC" panose="020B0200000000000000" pitchFamily="34" charset="-120"/>
                <a:ea typeface="Noto Sans TC" panose="020B0200000000000000" pitchFamily="34" charset="-120"/>
              </a:rPr>
              <a:t> / </a:t>
            </a:r>
            <a:r>
              <a:rPr lang="en-US" altLang="zh-TW" sz="2800" dirty="0">
                <a:solidFill>
                  <a:srgbClr val="132821"/>
                </a:solidFill>
                <a:latin typeface="Noto Sans TC" panose="020B0200000000000000" pitchFamily="34" charset="-120"/>
                <a:ea typeface="Noto Sans TC" panose="020B0200000000000000" pitchFamily="34" charset="-120"/>
              </a:rPr>
              <a:t>#</a:t>
            </a:r>
            <a:r>
              <a:rPr sz="2800" dirty="0">
                <a:solidFill>
                  <a:srgbClr val="132821"/>
                </a:solidFill>
                <a:latin typeface="Noto Sans TC" panose="020B0200000000000000" pitchFamily="34" charset="-120"/>
                <a:ea typeface="Noto Sans TC" panose="020B0200000000000000" pitchFamily="34" charset="-120"/>
              </a:rPr>
              <a:t>約瑟夫森接面製作</a:t>
            </a:r>
          </a:p>
        </p:txBody>
      </p:sp>
      <p:sp>
        <p:nvSpPr>
          <p:cNvPr id="5" name="text-9-標準化 8 吋全自動製程，推動台灣">
            <a:extLst>
              <a:ext uri="{FF2B5EF4-FFF2-40B4-BE49-F238E27FC236}">
                <a16:creationId xmlns:a16="http://schemas.microsoft.com/office/drawing/2014/main" id="{CA26231D-AC3F-629E-9408-C4608829945A}"/>
              </a:ext>
            </a:extLst>
          </p:cNvPr>
          <p:cNvSpPr>
            <a:spLocks noGrp="1"/>
          </p:cNvSpPr>
          <p:nvPr/>
        </p:nvSpPr>
        <p:spPr>
          <a:xfrm>
            <a:off x="649093" y="9665494"/>
            <a:ext cx="6314439" cy="50291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>
              <a:defRPr sz="2250" b="0">
                <a:solidFill>
                  <a:srgbClr val="101818"/>
                </a:solidFill>
                <a:latin typeface="Noto Sans TC"/>
                <a:ea typeface="Noto Sans TC"/>
                <a:cs typeface="Noto Sans TC"/>
              </a:defRPr>
            </a:defPPr>
            <a:lvl1pPr>
              <a:defRPr sz="2250" b="0">
                <a:solidFill>
                  <a:srgbClr val="101818"/>
                </a:solidFill>
                <a:latin typeface="Noto Sans TC"/>
                <a:ea typeface="Noto Sans TC"/>
                <a:cs typeface="Noto Sans TC"/>
              </a:defRPr>
            </a:lvl1pPr>
            <a:lvl2pPr>
              <a:defRPr sz="2250" b="0">
                <a:solidFill>
                  <a:srgbClr val="101818"/>
                </a:solidFill>
                <a:latin typeface="Noto Sans TC"/>
                <a:ea typeface="Noto Sans TC"/>
                <a:cs typeface="Noto Sans TC"/>
              </a:defRPr>
            </a:lvl2pPr>
            <a:lvl3pPr>
              <a:defRPr sz="2250" b="0">
                <a:solidFill>
                  <a:srgbClr val="101818"/>
                </a:solidFill>
                <a:latin typeface="Noto Sans TC"/>
                <a:ea typeface="Noto Sans TC"/>
                <a:cs typeface="Noto Sans TC"/>
              </a:defRPr>
            </a:lvl3pPr>
            <a:lvl4pPr>
              <a:defRPr sz="2250" b="0">
                <a:solidFill>
                  <a:srgbClr val="101818"/>
                </a:solidFill>
                <a:latin typeface="Noto Sans TC"/>
                <a:ea typeface="Noto Sans TC"/>
                <a:cs typeface="Noto Sans TC"/>
              </a:defRPr>
            </a:lvl4pPr>
            <a:lvl5pPr>
              <a:defRPr sz="2250" b="0">
                <a:solidFill>
                  <a:srgbClr val="101818"/>
                </a:solidFill>
                <a:latin typeface="Noto Sans TC"/>
                <a:ea typeface="Noto Sans TC"/>
                <a:cs typeface="Noto Sans TC"/>
              </a:defRPr>
            </a:lvl5pPr>
            <a:lvl6pPr>
              <a:defRPr sz="2250" b="0">
                <a:solidFill>
                  <a:srgbClr val="101818"/>
                </a:solidFill>
                <a:latin typeface="Noto Sans TC"/>
                <a:ea typeface="Noto Sans TC"/>
                <a:cs typeface="Noto Sans TC"/>
              </a:defRPr>
            </a:lvl6pPr>
            <a:lvl7pPr>
              <a:defRPr sz="2250" b="0">
                <a:solidFill>
                  <a:srgbClr val="101818"/>
                </a:solidFill>
                <a:latin typeface="Noto Sans TC"/>
                <a:ea typeface="Noto Sans TC"/>
                <a:cs typeface="Noto Sans TC"/>
              </a:defRPr>
            </a:lvl7pPr>
            <a:lvl8pPr>
              <a:defRPr sz="2250" b="0">
                <a:solidFill>
                  <a:srgbClr val="101818"/>
                </a:solidFill>
                <a:latin typeface="Noto Sans TC"/>
                <a:ea typeface="Noto Sans TC"/>
                <a:cs typeface="Noto Sans TC"/>
              </a:defRPr>
            </a:lvl8pPr>
            <a:lvl9pPr>
              <a:defRPr sz="2250" b="0">
                <a:solidFill>
                  <a:srgbClr val="101818"/>
                </a:solidFill>
                <a:latin typeface="Noto Sans TC"/>
                <a:ea typeface="Noto Sans TC"/>
                <a:cs typeface="Noto Sans TC"/>
              </a:defRPr>
            </a:lvl9pPr>
          </a:lstStyle>
          <a:p>
            <a:pPr>
              <a:defRPr sz="2250" b="0">
                <a:solidFill>
                  <a:srgbClr val="101818"/>
                </a:solidFill>
                <a:latin typeface="Noto Sans TC"/>
                <a:ea typeface="Noto Sans TC"/>
                <a:cs typeface="Noto Sans TC"/>
              </a:defRPr>
            </a:pPr>
            <a:r>
              <a:rPr sz="2800" dirty="0">
                <a:solidFill>
                  <a:srgbClr val="132821"/>
                </a:solidFill>
                <a:latin typeface="Noto Sans TC" panose="020B0200000000000000" pitchFamily="34" charset="-120"/>
                <a:ea typeface="Noto Sans TC" panose="020B0200000000000000" pitchFamily="34" charset="-120"/>
              </a:rPr>
              <a:t>8 </a:t>
            </a:r>
            <a:r>
              <a:rPr sz="2800" dirty="0" err="1">
                <a:solidFill>
                  <a:srgbClr val="132821"/>
                </a:solidFill>
                <a:latin typeface="Noto Sans TC" panose="020B0200000000000000" pitchFamily="34" charset="-120"/>
                <a:ea typeface="Noto Sans TC" panose="020B0200000000000000" pitchFamily="34" charset="-120"/>
              </a:rPr>
              <a:t>吋全自動</a:t>
            </a:r>
            <a:r>
              <a:rPr lang="zh-TW" altLang="en-US" sz="2800" dirty="0">
                <a:solidFill>
                  <a:srgbClr val="132821"/>
                </a:solidFill>
                <a:latin typeface="Noto Sans TC" panose="020B0200000000000000" pitchFamily="34" charset="-120"/>
                <a:ea typeface="Noto Sans TC" panose="020B0200000000000000" pitchFamily="34" charset="-120"/>
              </a:rPr>
              <a:t>標準化</a:t>
            </a:r>
            <a:r>
              <a:rPr sz="2800" dirty="0" err="1">
                <a:solidFill>
                  <a:srgbClr val="132821"/>
                </a:solidFill>
                <a:latin typeface="Noto Sans TC" panose="020B0200000000000000" pitchFamily="34" charset="-120"/>
                <a:ea typeface="Noto Sans TC" panose="020B0200000000000000" pitchFamily="34" charset="-120"/>
              </a:rPr>
              <a:t>製程</a:t>
            </a:r>
            <a:endParaRPr lang="en-US" sz="2800" dirty="0">
              <a:solidFill>
                <a:srgbClr val="132821"/>
              </a:solidFill>
              <a:latin typeface="Noto Sans TC" panose="020B0200000000000000" pitchFamily="34" charset="-120"/>
              <a:ea typeface="Noto Sans TC" panose="020B0200000000000000" pitchFamily="34" charset="-120"/>
            </a:endParaRPr>
          </a:p>
        </p:txBody>
      </p:sp>
      <p:sp>
        <p:nvSpPr>
          <p:cNvPr id="8" name="text-9-標準化 8 吋全自動製程，推動台灣">
            <a:extLst>
              <a:ext uri="{FF2B5EF4-FFF2-40B4-BE49-F238E27FC236}">
                <a16:creationId xmlns:a16="http://schemas.microsoft.com/office/drawing/2014/main" id="{AE92DBE4-EC75-F655-E6EE-3057C0BE78AC}"/>
              </a:ext>
            </a:extLst>
          </p:cNvPr>
          <p:cNvSpPr>
            <a:spLocks noGrp="1"/>
          </p:cNvSpPr>
          <p:nvPr/>
        </p:nvSpPr>
        <p:spPr>
          <a:xfrm>
            <a:off x="5721578" y="3673076"/>
            <a:ext cx="3560968" cy="50291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>
              <a:defRPr sz="2250" b="0">
                <a:solidFill>
                  <a:srgbClr val="101818"/>
                </a:solidFill>
                <a:latin typeface="Noto Sans TC"/>
                <a:ea typeface="Noto Sans TC"/>
                <a:cs typeface="Noto Sans TC"/>
              </a:defRPr>
            </a:defPPr>
            <a:lvl1pPr>
              <a:defRPr sz="2250" b="0">
                <a:solidFill>
                  <a:srgbClr val="101818"/>
                </a:solidFill>
                <a:latin typeface="Noto Sans TC"/>
                <a:ea typeface="Noto Sans TC"/>
                <a:cs typeface="Noto Sans TC"/>
              </a:defRPr>
            </a:lvl1pPr>
            <a:lvl2pPr>
              <a:defRPr sz="2250" b="0">
                <a:solidFill>
                  <a:srgbClr val="101818"/>
                </a:solidFill>
                <a:latin typeface="Noto Sans TC"/>
                <a:ea typeface="Noto Sans TC"/>
                <a:cs typeface="Noto Sans TC"/>
              </a:defRPr>
            </a:lvl2pPr>
            <a:lvl3pPr>
              <a:defRPr sz="2250" b="0">
                <a:solidFill>
                  <a:srgbClr val="101818"/>
                </a:solidFill>
                <a:latin typeface="Noto Sans TC"/>
                <a:ea typeface="Noto Sans TC"/>
                <a:cs typeface="Noto Sans TC"/>
              </a:defRPr>
            </a:lvl3pPr>
            <a:lvl4pPr>
              <a:defRPr sz="2250" b="0">
                <a:solidFill>
                  <a:srgbClr val="101818"/>
                </a:solidFill>
                <a:latin typeface="Noto Sans TC"/>
                <a:ea typeface="Noto Sans TC"/>
                <a:cs typeface="Noto Sans TC"/>
              </a:defRPr>
            </a:lvl4pPr>
            <a:lvl5pPr>
              <a:defRPr sz="2250" b="0">
                <a:solidFill>
                  <a:srgbClr val="101818"/>
                </a:solidFill>
                <a:latin typeface="Noto Sans TC"/>
                <a:ea typeface="Noto Sans TC"/>
                <a:cs typeface="Noto Sans TC"/>
              </a:defRPr>
            </a:lvl5pPr>
            <a:lvl6pPr>
              <a:defRPr sz="2250" b="0">
                <a:solidFill>
                  <a:srgbClr val="101818"/>
                </a:solidFill>
                <a:latin typeface="Noto Sans TC"/>
                <a:ea typeface="Noto Sans TC"/>
                <a:cs typeface="Noto Sans TC"/>
              </a:defRPr>
            </a:lvl6pPr>
            <a:lvl7pPr>
              <a:defRPr sz="2250" b="0">
                <a:solidFill>
                  <a:srgbClr val="101818"/>
                </a:solidFill>
                <a:latin typeface="Noto Sans TC"/>
                <a:ea typeface="Noto Sans TC"/>
                <a:cs typeface="Noto Sans TC"/>
              </a:defRPr>
            </a:lvl7pPr>
            <a:lvl8pPr>
              <a:defRPr sz="2250" b="0">
                <a:solidFill>
                  <a:srgbClr val="101818"/>
                </a:solidFill>
                <a:latin typeface="Noto Sans TC"/>
                <a:ea typeface="Noto Sans TC"/>
                <a:cs typeface="Noto Sans TC"/>
              </a:defRPr>
            </a:lvl8pPr>
            <a:lvl9pPr>
              <a:defRPr sz="2250" b="0">
                <a:solidFill>
                  <a:srgbClr val="101818"/>
                </a:solidFill>
                <a:latin typeface="Noto Sans TC"/>
                <a:ea typeface="Noto Sans TC"/>
                <a:cs typeface="Noto Sans TC"/>
              </a:defRPr>
            </a:lvl9pPr>
          </a:lstStyle>
          <a:p>
            <a:pPr>
              <a:defRPr sz="2250" b="0">
                <a:solidFill>
                  <a:srgbClr val="101818"/>
                </a:solidFill>
                <a:latin typeface="Noto Sans TC"/>
                <a:ea typeface="Noto Sans TC"/>
                <a:cs typeface="Noto Sans TC"/>
              </a:defRPr>
            </a:pPr>
            <a:r>
              <a:rPr lang="zh-TW" altLang="zh-TW" sz="2400" dirty="0"/>
              <a:t>打造量子晶片的關鍵基地</a:t>
            </a:r>
            <a:endParaRPr lang="en-US" sz="2400" dirty="0">
              <a:solidFill>
                <a:srgbClr val="132821"/>
              </a:solidFill>
              <a:latin typeface="Noto Sans TC" panose="020B0200000000000000" pitchFamily="34" charset="-120"/>
              <a:ea typeface="Noto Sans TC" panose="020B0200000000000000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4996765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-1">
            <a:extLst>
              <a:ext uri="{FF2B5EF4-FFF2-40B4-BE49-F238E27FC236}">
                <a16:creationId xmlns:a16="http://schemas.microsoft.com/office/drawing/2014/main" id="{99DEA155-2C6E-438B-844D-AC767150B36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0287000" cy="12858750"/>
          </a:xfrm>
          <a:prstGeom prst="rect">
            <a:avLst/>
          </a:prstGeom>
          <a:solidFill>
            <a:srgbClr val="293FBB"/>
          </a:solidFill>
          <a:ln w="0">
            <a:noFill/>
          </a:ln>
        </p:spPr>
      </p:sp>
      <p:sp>
        <p:nvSpPr>
          <p:cNvPr id="6" name="rect-6">
            <a:extLst>
              <a:ext uri="{FF2B5EF4-FFF2-40B4-BE49-F238E27FC236}">
                <a16:creationId xmlns:a16="http://schemas.microsoft.com/office/drawing/2014/main" id="{DF6F3523-9E30-4103-BA26-BBB802C3A48D}"/>
              </a:ext>
            </a:extLst>
          </p:cNvPr>
          <p:cNvSpPr>
            <a:spLocks noGrp="1"/>
          </p:cNvSpPr>
          <p:nvPr/>
        </p:nvSpPr>
        <p:spPr>
          <a:xfrm>
            <a:off x="457200" y="8048625"/>
            <a:ext cx="7667625" cy="1152525"/>
          </a:xfrm>
          <a:prstGeom prst="rect">
            <a:avLst/>
          </a:prstGeom>
          <a:solidFill>
            <a:srgbClr val="293FBB"/>
          </a:solidFill>
          <a:ln w="0">
            <a:noFill/>
          </a:ln>
        </p:spPr>
      </p:sp>
      <p:sp>
        <p:nvSpPr>
          <p:cNvPr id="9" name="text-9-提供 QPU 測試、低溫次系統整合，">
            <a:extLst>
              <a:ext uri="{FF2B5EF4-FFF2-40B4-BE49-F238E27FC236}">
                <a16:creationId xmlns:a16="http://schemas.microsoft.com/office/drawing/2014/main" id="{E734B4F5-C0D7-4504-AE07-D3D1C578553D}"/>
              </a:ext>
            </a:extLst>
          </p:cNvPr>
          <p:cNvSpPr>
            <a:spLocks noGrp="1"/>
          </p:cNvSpPr>
          <p:nvPr/>
        </p:nvSpPr>
        <p:spPr>
          <a:xfrm>
            <a:off x="2016292" y="9949483"/>
            <a:ext cx="8011628" cy="42291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>
              <a:defRPr sz="2250" b="0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defPPr>
            <a:lvl1pPr>
              <a:defRPr sz="2250" b="0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lvl1pPr>
            <a:lvl2pPr>
              <a:defRPr sz="2250" b="0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lvl2pPr>
            <a:lvl3pPr>
              <a:defRPr sz="2250" b="0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lvl3pPr>
            <a:lvl4pPr>
              <a:defRPr sz="2250" b="0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lvl4pPr>
            <a:lvl5pPr>
              <a:defRPr sz="2250" b="0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lvl5pPr>
            <a:lvl6pPr>
              <a:defRPr sz="2250" b="0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lvl6pPr>
            <a:lvl7pPr>
              <a:defRPr sz="2250" b="0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lvl7pPr>
            <a:lvl8pPr>
              <a:defRPr sz="2250" b="0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lvl8pPr>
            <a:lvl9pPr>
              <a:defRPr sz="2250" b="0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lvl9pPr>
          </a:lstStyle>
          <a:p>
            <a:pPr>
              <a:defRPr sz="2250" b="0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lang="zh-TW" altLang="zh-TW" sz="2800" dirty="0"/>
              <a:t>客製化 QPU 測試</a:t>
            </a:r>
            <a:r>
              <a:rPr sz="2800" dirty="0">
                <a:solidFill>
                  <a:schemeClr val="bg1"/>
                </a:solidFill>
                <a:latin typeface="Noto Sans TC" panose="020B0200000000000000" pitchFamily="34" charset="-120"/>
                <a:ea typeface="Noto Sans TC" panose="020B0200000000000000" pitchFamily="34" charset="-120"/>
              </a:rPr>
              <a:t>、</a:t>
            </a:r>
            <a:r>
              <a:rPr sz="2800" dirty="0" err="1">
                <a:solidFill>
                  <a:schemeClr val="bg1"/>
                </a:solidFill>
                <a:latin typeface="Noto Sans TC" panose="020B0200000000000000" pitchFamily="34" charset="-120"/>
                <a:ea typeface="Noto Sans TC" panose="020B0200000000000000" pitchFamily="34" charset="-120"/>
              </a:rPr>
              <a:t>低溫</a:t>
            </a:r>
            <a:r>
              <a:rPr lang="zh-TW" altLang="en-US" sz="2800" dirty="0">
                <a:solidFill>
                  <a:schemeClr val="bg1"/>
                </a:solidFill>
                <a:latin typeface="Noto Sans TC" panose="020B0200000000000000" pitchFamily="34" charset="-120"/>
                <a:ea typeface="Noto Sans TC" panose="020B0200000000000000" pitchFamily="34" charset="-120"/>
              </a:rPr>
              <a:t>量測、</a:t>
            </a:r>
            <a:r>
              <a:rPr lang="zh-TW" altLang="zh-TW" sz="2800" dirty="0"/>
              <a:t>量子與經典運算整合</a:t>
            </a:r>
            <a:endParaRPr sz="2800" dirty="0">
              <a:solidFill>
                <a:schemeClr val="bg1"/>
              </a:solidFill>
              <a:latin typeface="Noto Sans TC" panose="020B0200000000000000" pitchFamily="34" charset="-120"/>
              <a:ea typeface="Noto Sans TC" panose="020B0200000000000000" pitchFamily="34" charset="-120"/>
            </a:endParaRPr>
          </a:p>
        </p:txBody>
      </p:sp>
      <p:sp>
        <p:nvSpPr>
          <p:cNvPr id="10" name="text-10-錯誤更正碼解碼驗證與脈衝控制優化。">
            <a:extLst>
              <a:ext uri="{FF2B5EF4-FFF2-40B4-BE49-F238E27FC236}">
                <a16:creationId xmlns:a16="http://schemas.microsoft.com/office/drawing/2014/main" id="{CEB50219-9DD3-4B23-A5CA-A86A9913A6D9}"/>
              </a:ext>
            </a:extLst>
          </p:cNvPr>
          <p:cNvSpPr>
            <a:spLocks noGrp="1"/>
          </p:cNvSpPr>
          <p:nvPr/>
        </p:nvSpPr>
        <p:spPr>
          <a:xfrm>
            <a:off x="3947762" y="10775830"/>
            <a:ext cx="6080158" cy="500619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>
              <a:defRPr sz="2250" b="0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defPPr>
            <a:lvl1pPr>
              <a:defRPr sz="2250" b="0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lvl1pPr>
            <a:lvl2pPr>
              <a:defRPr sz="2250" b="0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lvl2pPr>
            <a:lvl3pPr>
              <a:defRPr sz="2250" b="0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lvl3pPr>
            <a:lvl4pPr>
              <a:defRPr sz="2250" b="0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lvl4pPr>
            <a:lvl5pPr>
              <a:defRPr sz="2250" b="0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lvl5pPr>
            <a:lvl6pPr>
              <a:defRPr sz="2250" b="0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lvl6pPr>
            <a:lvl7pPr>
              <a:defRPr sz="2250" b="0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lvl7pPr>
            <a:lvl8pPr>
              <a:defRPr sz="2250" b="0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lvl8pPr>
            <a:lvl9pPr>
              <a:defRPr sz="2250" b="0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lvl9pPr>
          </a:lstStyle>
          <a:p>
            <a:pPr>
              <a:defRPr sz="2250" b="0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2800" dirty="0" err="1">
                <a:solidFill>
                  <a:schemeClr val="bg1"/>
                </a:solidFill>
                <a:latin typeface="Noto Sans TC" panose="020B0200000000000000" pitchFamily="34" charset="-120"/>
                <a:ea typeface="Noto Sans TC" panose="020B0200000000000000" pitchFamily="34" charset="-120"/>
              </a:rPr>
              <a:t>錯誤更正碼</a:t>
            </a:r>
            <a:r>
              <a:rPr lang="zh-TW" altLang="en-US" sz="2800" dirty="0">
                <a:solidFill>
                  <a:schemeClr val="bg1"/>
                </a:solidFill>
                <a:latin typeface="Noto Sans TC" panose="020B0200000000000000" pitchFamily="34" charset="-120"/>
                <a:ea typeface="Noto Sans TC" panose="020B0200000000000000" pitchFamily="34" charset="-120"/>
              </a:rPr>
              <a:t>開發、多層次</a:t>
            </a:r>
            <a:r>
              <a:rPr sz="2800" dirty="0" err="1">
                <a:solidFill>
                  <a:schemeClr val="bg1"/>
                </a:solidFill>
                <a:latin typeface="Noto Sans TC" panose="020B0200000000000000" pitchFamily="34" charset="-120"/>
                <a:ea typeface="Noto Sans TC" panose="020B0200000000000000" pitchFamily="34" charset="-120"/>
              </a:rPr>
              <a:t>脈衝控制優化</a:t>
            </a:r>
            <a:endParaRPr sz="2800" dirty="0">
              <a:solidFill>
                <a:schemeClr val="bg1"/>
              </a:solidFill>
              <a:latin typeface="Noto Sans TC" panose="020B0200000000000000" pitchFamily="34" charset="-120"/>
              <a:ea typeface="Noto Sans TC" panose="020B0200000000000000" pitchFamily="34" charset="-120"/>
            </a:endParaRPr>
          </a:p>
        </p:txBody>
      </p:sp>
      <p:sp>
        <p:nvSpPr>
          <p:cNvPr id="11" name="text-11-QPU 測試 / 多層次脈衝控制 / 低溫射">
            <a:extLst>
              <a:ext uri="{FF2B5EF4-FFF2-40B4-BE49-F238E27FC236}">
                <a16:creationId xmlns:a16="http://schemas.microsoft.com/office/drawing/2014/main" id="{3A542B59-C9F3-4C05-A691-9464C79C1E46}"/>
              </a:ext>
            </a:extLst>
          </p:cNvPr>
          <p:cNvSpPr>
            <a:spLocks noGrp="1"/>
          </p:cNvSpPr>
          <p:nvPr/>
        </p:nvSpPr>
        <p:spPr>
          <a:xfrm>
            <a:off x="954807" y="11679886"/>
            <a:ext cx="9073113" cy="477062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>
              <a:defRPr sz="1800" b="0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defPPr>
            <a:lvl1pPr>
              <a:defRPr sz="1800" b="0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lvl1pPr>
            <a:lvl2pPr>
              <a:defRPr sz="1800" b="0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lvl2pPr>
            <a:lvl3pPr>
              <a:defRPr sz="1800" b="0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lvl3pPr>
            <a:lvl4pPr>
              <a:defRPr sz="1800" b="0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lvl4pPr>
            <a:lvl5pPr>
              <a:defRPr sz="1800" b="0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lvl5pPr>
            <a:lvl6pPr>
              <a:defRPr sz="1800" b="0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lvl6pPr>
            <a:lvl7pPr>
              <a:defRPr sz="1800" b="0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lvl7pPr>
            <a:lvl8pPr>
              <a:defRPr sz="1800" b="0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lvl8pPr>
            <a:lvl9pPr>
              <a:defRPr sz="1800" b="0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lvl9pPr>
          </a:lstStyle>
          <a:p>
            <a:pPr>
              <a:defRPr sz="2250" b="0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lang="en-US" altLang="zh-TW" sz="2800" dirty="0">
                <a:solidFill>
                  <a:schemeClr val="bg1"/>
                </a:solidFill>
                <a:latin typeface="Noto Sans TC" panose="020B0200000000000000" pitchFamily="34" charset="-120"/>
                <a:ea typeface="Noto Sans TC" panose="020B0200000000000000" pitchFamily="34" charset="-120"/>
              </a:rPr>
              <a:t>#</a:t>
            </a:r>
            <a:r>
              <a:rPr sz="2800" dirty="0">
                <a:solidFill>
                  <a:schemeClr val="bg1"/>
                </a:solidFill>
                <a:latin typeface="Noto Sans TC" panose="020B0200000000000000" pitchFamily="34" charset="-120"/>
                <a:ea typeface="Noto Sans TC" panose="020B0200000000000000" pitchFamily="34" charset="-120"/>
              </a:rPr>
              <a:t>QPU </a:t>
            </a:r>
            <a:r>
              <a:rPr sz="2800" dirty="0" err="1">
                <a:solidFill>
                  <a:schemeClr val="bg1"/>
                </a:solidFill>
                <a:latin typeface="Noto Sans TC" panose="020B0200000000000000" pitchFamily="34" charset="-120"/>
                <a:ea typeface="Noto Sans TC" panose="020B0200000000000000" pitchFamily="34" charset="-120"/>
              </a:rPr>
              <a:t>測試</a:t>
            </a:r>
            <a:r>
              <a:rPr sz="2800" dirty="0">
                <a:solidFill>
                  <a:schemeClr val="bg1"/>
                </a:solidFill>
                <a:latin typeface="Noto Sans TC" panose="020B0200000000000000" pitchFamily="34" charset="-120"/>
                <a:ea typeface="Noto Sans TC" panose="020B0200000000000000" pitchFamily="34" charset="-120"/>
              </a:rPr>
              <a:t> / </a:t>
            </a:r>
            <a:r>
              <a:rPr lang="en-US" altLang="zh-TW" sz="2800" dirty="0">
                <a:solidFill>
                  <a:schemeClr val="bg1"/>
                </a:solidFill>
                <a:latin typeface="Noto Sans TC" panose="020B0200000000000000" pitchFamily="34" charset="-120"/>
                <a:ea typeface="Noto Sans TC" panose="020B0200000000000000" pitchFamily="34" charset="-120"/>
              </a:rPr>
              <a:t>#</a:t>
            </a:r>
            <a:r>
              <a:rPr lang="zh-TW" altLang="zh-TW" sz="2800" dirty="0"/>
              <a:t>量子控制</a:t>
            </a:r>
            <a:r>
              <a:rPr lang="en-US" altLang="zh-TW" sz="2800" dirty="0">
                <a:solidFill>
                  <a:schemeClr val="bg1"/>
                </a:solidFill>
                <a:latin typeface="Noto Sans TC" panose="020B0200000000000000" pitchFamily="34" charset="-120"/>
                <a:ea typeface="Noto Sans TC" panose="020B0200000000000000" pitchFamily="34" charset="-120"/>
              </a:rPr>
              <a:t>/ #</a:t>
            </a:r>
            <a:r>
              <a:rPr lang="zh-TW" altLang="zh-TW" sz="2800" dirty="0"/>
              <a:t>容錯量子運算驗證</a:t>
            </a:r>
            <a:r>
              <a:rPr sz="2800" dirty="0">
                <a:solidFill>
                  <a:schemeClr val="bg1"/>
                </a:solidFill>
                <a:latin typeface="Noto Sans TC" panose="020B0200000000000000" pitchFamily="34" charset="-120"/>
                <a:ea typeface="Noto Sans TC" panose="020B0200000000000000" pitchFamily="34" charset="-120"/>
              </a:rPr>
              <a:t>/ </a:t>
            </a:r>
            <a:r>
              <a:rPr lang="en-US" altLang="zh-TW" sz="2800" dirty="0">
                <a:solidFill>
                  <a:schemeClr val="bg1"/>
                </a:solidFill>
                <a:latin typeface="Noto Sans TC" panose="020B0200000000000000" pitchFamily="34" charset="-120"/>
                <a:ea typeface="Noto Sans TC" panose="020B0200000000000000" pitchFamily="34" charset="-120"/>
              </a:rPr>
              <a:t>#</a:t>
            </a:r>
            <a:r>
              <a:rPr lang="zh-TW" altLang="zh-TW" sz="2800" dirty="0"/>
              <a:t>次系統整合</a:t>
            </a:r>
            <a:endParaRPr sz="2800" dirty="0">
              <a:solidFill>
                <a:schemeClr val="bg1"/>
              </a:solidFill>
              <a:latin typeface="Noto Sans TC" panose="020B0200000000000000" pitchFamily="34" charset="-120"/>
              <a:ea typeface="Noto Sans TC" panose="020B0200000000000000" pitchFamily="34" charset="-120"/>
            </a:endParaRPr>
          </a:p>
        </p:txBody>
      </p:sp>
      <p:pic>
        <p:nvPicPr>
          <p:cNvPr id="15" name="圖片 14">
            <a:extLst>
              <a:ext uri="{FF2B5EF4-FFF2-40B4-BE49-F238E27FC236}">
                <a16:creationId xmlns:a16="http://schemas.microsoft.com/office/drawing/2014/main" id="{EBD1A26C-AA6B-0FC6-6B59-2CD77C78431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492819"/>
            <a:ext cx="8737600" cy="4914900"/>
          </a:xfrm>
          <a:prstGeom prst="rect">
            <a:avLst/>
          </a:prstGeom>
        </p:spPr>
      </p:pic>
      <p:sp>
        <p:nvSpPr>
          <p:cNvPr id="17" name="text-2-RCCI*">
            <a:extLst>
              <a:ext uri="{FF2B5EF4-FFF2-40B4-BE49-F238E27FC236}">
                <a16:creationId xmlns:a16="http://schemas.microsoft.com/office/drawing/2014/main" id="{4E4B5F05-7735-0337-D226-B26D33B8100F}"/>
              </a:ext>
            </a:extLst>
          </p:cNvPr>
          <p:cNvSpPr>
            <a:spLocks noGrp="1"/>
          </p:cNvSpPr>
          <p:nvPr/>
        </p:nvSpPr>
        <p:spPr>
          <a:xfrm>
            <a:off x="1111091" y="488442"/>
            <a:ext cx="6082189" cy="2481072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>
              <a:defRPr sz="13200" b="1">
                <a:solidFill>
                  <a:srgbClr val="101818"/>
                </a:solidFill>
                <a:latin typeface="Noto Sans TC"/>
                <a:ea typeface="Noto Sans TC"/>
                <a:cs typeface="Noto Sans TC"/>
              </a:defRPr>
            </a:defPPr>
            <a:lvl1pPr>
              <a:defRPr sz="13200" b="1">
                <a:solidFill>
                  <a:srgbClr val="101818"/>
                </a:solidFill>
                <a:latin typeface="Noto Sans TC"/>
                <a:ea typeface="Noto Sans TC"/>
                <a:cs typeface="Noto Sans TC"/>
              </a:defRPr>
            </a:lvl1pPr>
            <a:lvl2pPr>
              <a:defRPr sz="13200" b="1">
                <a:solidFill>
                  <a:srgbClr val="101818"/>
                </a:solidFill>
                <a:latin typeface="Noto Sans TC"/>
                <a:ea typeface="Noto Sans TC"/>
                <a:cs typeface="Noto Sans TC"/>
              </a:defRPr>
            </a:lvl2pPr>
            <a:lvl3pPr>
              <a:defRPr sz="13200" b="1">
                <a:solidFill>
                  <a:srgbClr val="101818"/>
                </a:solidFill>
                <a:latin typeface="Noto Sans TC"/>
                <a:ea typeface="Noto Sans TC"/>
                <a:cs typeface="Noto Sans TC"/>
              </a:defRPr>
            </a:lvl3pPr>
            <a:lvl4pPr>
              <a:defRPr sz="13200" b="1">
                <a:solidFill>
                  <a:srgbClr val="101818"/>
                </a:solidFill>
                <a:latin typeface="Noto Sans TC"/>
                <a:ea typeface="Noto Sans TC"/>
                <a:cs typeface="Noto Sans TC"/>
              </a:defRPr>
            </a:lvl4pPr>
            <a:lvl5pPr>
              <a:defRPr sz="13200" b="1">
                <a:solidFill>
                  <a:srgbClr val="101818"/>
                </a:solidFill>
                <a:latin typeface="Noto Sans TC"/>
                <a:ea typeface="Noto Sans TC"/>
                <a:cs typeface="Noto Sans TC"/>
              </a:defRPr>
            </a:lvl5pPr>
            <a:lvl6pPr>
              <a:defRPr sz="13200" b="1">
                <a:solidFill>
                  <a:srgbClr val="101818"/>
                </a:solidFill>
                <a:latin typeface="Noto Sans TC"/>
                <a:ea typeface="Noto Sans TC"/>
                <a:cs typeface="Noto Sans TC"/>
              </a:defRPr>
            </a:lvl6pPr>
            <a:lvl7pPr>
              <a:defRPr sz="13200" b="1">
                <a:solidFill>
                  <a:srgbClr val="101818"/>
                </a:solidFill>
                <a:latin typeface="Noto Sans TC"/>
                <a:ea typeface="Noto Sans TC"/>
                <a:cs typeface="Noto Sans TC"/>
              </a:defRPr>
            </a:lvl7pPr>
            <a:lvl8pPr>
              <a:defRPr sz="13200" b="1">
                <a:solidFill>
                  <a:srgbClr val="101818"/>
                </a:solidFill>
                <a:latin typeface="Noto Sans TC"/>
                <a:ea typeface="Noto Sans TC"/>
                <a:cs typeface="Noto Sans TC"/>
              </a:defRPr>
            </a:lvl8pPr>
            <a:lvl9pPr>
              <a:defRPr sz="13200" b="1">
                <a:solidFill>
                  <a:srgbClr val="101818"/>
                </a:solidFill>
                <a:latin typeface="Noto Sans TC"/>
                <a:ea typeface="Noto Sans TC"/>
                <a:cs typeface="Noto Sans TC"/>
              </a:defRPr>
            </a:lvl9pPr>
          </a:lstStyle>
          <a:p>
            <a:pPr>
              <a:defRPr sz="13200" b="1">
                <a:solidFill>
                  <a:srgbClr val="101818"/>
                </a:solidFill>
                <a:latin typeface="Noto Sans TC"/>
                <a:ea typeface="Noto Sans TC"/>
                <a:cs typeface="Noto Sans TC"/>
              </a:defRPr>
            </a:pPr>
            <a:r>
              <a:rPr lang="en-US" altLang="zh-TW" dirty="0">
                <a:solidFill>
                  <a:schemeClr val="bg1"/>
                </a:solidFill>
              </a:rPr>
              <a:t>QC-Test</a:t>
            </a:r>
            <a:endParaRPr sz="13200" b="1" dirty="0">
              <a:solidFill>
                <a:schemeClr val="bg1"/>
              </a:solidFill>
              <a:latin typeface="Noto Sans TC"/>
              <a:ea typeface="Noto Sans TC"/>
              <a:cs typeface="Noto Sans TC"/>
            </a:endParaRPr>
          </a:p>
        </p:txBody>
      </p:sp>
      <p:sp>
        <p:nvSpPr>
          <p:cNvPr id="19" name="text-4-VOL. 01">
            <a:extLst>
              <a:ext uri="{FF2B5EF4-FFF2-40B4-BE49-F238E27FC236}">
                <a16:creationId xmlns:a16="http://schemas.microsoft.com/office/drawing/2014/main" id="{61616873-86D3-8FEB-6BCA-A278260373A5}"/>
              </a:ext>
            </a:extLst>
          </p:cNvPr>
          <p:cNvSpPr>
            <a:spLocks noGrp="1"/>
          </p:cNvSpPr>
          <p:nvPr/>
        </p:nvSpPr>
        <p:spPr>
          <a:xfrm>
            <a:off x="336612" y="1387617"/>
            <a:ext cx="539591" cy="28632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>
              <a:defRPr sz="1725" b="1">
                <a:solidFill>
                  <a:srgbClr val="101818"/>
                </a:solidFill>
                <a:latin typeface="Noto Sans TC"/>
                <a:ea typeface="Noto Sans TC"/>
                <a:cs typeface="Noto Sans TC"/>
              </a:defRPr>
            </a:defPPr>
            <a:lvl1pPr>
              <a:defRPr sz="1725" b="1">
                <a:solidFill>
                  <a:srgbClr val="101818"/>
                </a:solidFill>
                <a:latin typeface="Noto Sans TC"/>
                <a:ea typeface="Noto Sans TC"/>
                <a:cs typeface="Noto Sans TC"/>
              </a:defRPr>
            </a:lvl1pPr>
            <a:lvl2pPr>
              <a:defRPr sz="1725" b="1">
                <a:solidFill>
                  <a:srgbClr val="101818"/>
                </a:solidFill>
                <a:latin typeface="Noto Sans TC"/>
                <a:ea typeface="Noto Sans TC"/>
                <a:cs typeface="Noto Sans TC"/>
              </a:defRPr>
            </a:lvl2pPr>
            <a:lvl3pPr>
              <a:defRPr sz="1725" b="1">
                <a:solidFill>
                  <a:srgbClr val="101818"/>
                </a:solidFill>
                <a:latin typeface="Noto Sans TC"/>
                <a:ea typeface="Noto Sans TC"/>
                <a:cs typeface="Noto Sans TC"/>
              </a:defRPr>
            </a:lvl3pPr>
            <a:lvl4pPr>
              <a:defRPr sz="1725" b="1">
                <a:solidFill>
                  <a:srgbClr val="101818"/>
                </a:solidFill>
                <a:latin typeface="Noto Sans TC"/>
                <a:ea typeface="Noto Sans TC"/>
                <a:cs typeface="Noto Sans TC"/>
              </a:defRPr>
            </a:lvl4pPr>
            <a:lvl5pPr>
              <a:defRPr sz="1725" b="1">
                <a:solidFill>
                  <a:srgbClr val="101818"/>
                </a:solidFill>
                <a:latin typeface="Noto Sans TC"/>
                <a:ea typeface="Noto Sans TC"/>
                <a:cs typeface="Noto Sans TC"/>
              </a:defRPr>
            </a:lvl5pPr>
            <a:lvl6pPr>
              <a:defRPr sz="1725" b="1">
                <a:solidFill>
                  <a:srgbClr val="101818"/>
                </a:solidFill>
                <a:latin typeface="Noto Sans TC"/>
                <a:ea typeface="Noto Sans TC"/>
                <a:cs typeface="Noto Sans TC"/>
              </a:defRPr>
            </a:lvl6pPr>
            <a:lvl7pPr>
              <a:defRPr sz="1725" b="1">
                <a:solidFill>
                  <a:srgbClr val="101818"/>
                </a:solidFill>
                <a:latin typeface="Noto Sans TC"/>
                <a:ea typeface="Noto Sans TC"/>
                <a:cs typeface="Noto Sans TC"/>
              </a:defRPr>
            </a:lvl7pPr>
            <a:lvl8pPr>
              <a:defRPr sz="1725" b="1">
                <a:solidFill>
                  <a:srgbClr val="101818"/>
                </a:solidFill>
                <a:latin typeface="Noto Sans TC"/>
                <a:ea typeface="Noto Sans TC"/>
                <a:cs typeface="Noto Sans TC"/>
              </a:defRPr>
            </a:lvl8pPr>
            <a:lvl9pPr>
              <a:defRPr sz="1725" b="1">
                <a:solidFill>
                  <a:srgbClr val="101818"/>
                </a:solidFill>
                <a:latin typeface="Noto Sans TC"/>
                <a:ea typeface="Noto Sans TC"/>
                <a:cs typeface="Noto Sans TC"/>
              </a:defRPr>
            </a:lvl9pPr>
          </a:lstStyle>
          <a:p>
            <a:pPr>
              <a:defRPr sz="1725" b="1">
                <a:solidFill>
                  <a:srgbClr val="101818"/>
                </a:solidFill>
                <a:latin typeface="Noto Sans TC"/>
                <a:ea typeface="Noto Sans TC"/>
                <a:cs typeface="Noto Sans TC"/>
              </a:defRPr>
            </a:pPr>
            <a:r>
              <a:rPr sz="2800" b="1" dirty="0">
                <a:solidFill>
                  <a:schemeClr val="bg1"/>
                </a:solidFill>
                <a:latin typeface="Noto Sans TC"/>
                <a:ea typeface="Noto Sans TC"/>
                <a:cs typeface="Noto Sans TC"/>
              </a:rPr>
              <a:t>0</a:t>
            </a:r>
            <a:r>
              <a:rPr lang="en-US" sz="2800" b="1" dirty="0">
                <a:solidFill>
                  <a:schemeClr val="bg1"/>
                </a:solidFill>
                <a:latin typeface="Noto Sans TC"/>
                <a:ea typeface="Noto Sans TC"/>
                <a:cs typeface="Noto Sans TC"/>
              </a:rPr>
              <a:t>2</a:t>
            </a:r>
            <a:endParaRPr sz="2800" b="1" dirty="0">
              <a:solidFill>
                <a:schemeClr val="bg1"/>
              </a:solidFill>
              <a:latin typeface="Noto Sans TC"/>
              <a:ea typeface="Noto Sans TC"/>
              <a:cs typeface="Noto Sans TC"/>
            </a:endParaRPr>
          </a:p>
        </p:txBody>
      </p:sp>
      <p:sp>
        <p:nvSpPr>
          <p:cNvPr id="21" name="text-8-量子晶片製程研發平台">
            <a:extLst>
              <a:ext uri="{FF2B5EF4-FFF2-40B4-BE49-F238E27FC236}">
                <a16:creationId xmlns:a16="http://schemas.microsoft.com/office/drawing/2014/main" id="{2F19F3E2-BCEB-DBEE-C12A-7B2A7F06BA60}"/>
              </a:ext>
            </a:extLst>
          </p:cNvPr>
          <p:cNvSpPr>
            <a:spLocks noGrp="1"/>
          </p:cNvSpPr>
          <p:nvPr/>
        </p:nvSpPr>
        <p:spPr>
          <a:xfrm>
            <a:off x="1149191" y="2777109"/>
            <a:ext cx="3531870" cy="507492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>
              <a:defRPr sz="2700" b="1">
                <a:solidFill>
                  <a:srgbClr val="101818"/>
                </a:solidFill>
                <a:latin typeface="Noto Sans TC"/>
                <a:ea typeface="Noto Sans TC"/>
                <a:cs typeface="Noto Sans TC"/>
              </a:defRPr>
            </a:defPPr>
            <a:lvl1pPr>
              <a:defRPr sz="2700" b="1">
                <a:solidFill>
                  <a:srgbClr val="101818"/>
                </a:solidFill>
                <a:latin typeface="Noto Sans TC"/>
                <a:ea typeface="Noto Sans TC"/>
                <a:cs typeface="Noto Sans TC"/>
              </a:defRPr>
            </a:lvl1pPr>
            <a:lvl2pPr>
              <a:defRPr sz="2700" b="1">
                <a:solidFill>
                  <a:srgbClr val="101818"/>
                </a:solidFill>
                <a:latin typeface="Noto Sans TC"/>
                <a:ea typeface="Noto Sans TC"/>
                <a:cs typeface="Noto Sans TC"/>
              </a:defRPr>
            </a:lvl2pPr>
            <a:lvl3pPr>
              <a:defRPr sz="2700" b="1">
                <a:solidFill>
                  <a:srgbClr val="101818"/>
                </a:solidFill>
                <a:latin typeface="Noto Sans TC"/>
                <a:ea typeface="Noto Sans TC"/>
                <a:cs typeface="Noto Sans TC"/>
              </a:defRPr>
            </a:lvl3pPr>
            <a:lvl4pPr>
              <a:defRPr sz="2700" b="1">
                <a:solidFill>
                  <a:srgbClr val="101818"/>
                </a:solidFill>
                <a:latin typeface="Noto Sans TC"/>
                <a:ea typeface="Noto Sans TC"/>
                <a:cs typeface="Noto Sans TC"/>
              </a:defRPr>
            </a:lvl4pPr>
            <a:lvl5pPr>
              <a:defRPr sz="2700" b="1">
                <a:solidFill>
                  <a:srgbClr val="101818"/>
                </a:solidFill>
                <a:latin typeface="Noto Sans TC"/>
                <a:ea typeface="Noto Sans TC"/>
                <a:cs typeface="Noto Sans TC"/>
              </a:defRPr>
            </a:lvl5pPr>
            <a:lvl6pPr>
              <a:defRPr sz="2700" b="1">
                <a:solidFill>
                  <a:srgbClr val="101818"/>
                </a:solidFill>
                <a:latin typeface="Noto Sans TC"/>
                <a:ea typeface="Noto Sans TC"/>
                <a:cs typeface="Noto Sans TC"/>
              </a:defRPr>
            </a:lvl6pPr>
            <a:lvl7pPr>
              <a:defRPr sz="2700" b="1">
                <a:solidFill>
                  <a:srgbClr val="101818"/>
                </a:solidFill>
                <a:latin typeface="Noto Sans TC"/>
                <a:ea typeface="Noto Sans TC"/>
                <a:cs typeface="Noto Sans TC"/>
              </a:defRPr>
            </a:lvl7pPr>
            <a:lvl8pPr>
              <a:defRPr sz="2700" b="1">
                <a:solidFill>
                  <a:srgbClr val="101818"/>
                </a:solidFill>
                <a:latin typeface="Noto Sans TC"/>
                <a:ea typeface="Noto Sans TC"/>
                <a:cs typeface="Noto Sans TC"/>
              </a:defRPr>
            </a:lvl8pPr>
            <a:lvl9pPr>
              <a:defRPr sz="2700" b="1">
                <a:solidFill>
                  <a:srgbClr val="101818"/>
                </a:solidFill>
                <a:latin typeface="Noto Sans TC"/>
                <a:ea typeface="Noto Sans TC"/>
                <a:cs typeface="Noto Sans TC"/>
              </a:defRPr>
            </a:lvl9pPr>
          </a:lstStyle>
          <a:p>
            <a:pPr>
              <a:defRPr sz="2700" b="1">
                <a:solidFill>
                  <a:srgbClr val="101818"/>
                </a:solidFill>
                <a:latin typeface="Noto Sans TC"/>
                <a:ea typeface="Noto Sans TC"/>
                <a:cs typeface="Noto Sans TC"/>
              </a:defRPr>
            </a:pPr>
            <a:r>
              <a:rPr lang="zh-TW" altLang="en-US" sz="4800" dirty="0">
                <a:solidFill>
                  <a:srgbClr val="FFFFFF"/>
                </a:solidFill>
              </a:rPr>
              <a:t>量子計算測試平台</a:t>
            </a:r>
            <a:endParaRPr sz="4800" dirty="0">
              <a:solidFill>
                <a:schemeClr val="bg1"/>
              </a:solidFill>
            </a:endParaRPr>
          </a:p>
        </p:txBody>
      </p:sp>
      <p:sp>
        <p:nvSpPr>
          <p:cNvPr id="3" name="text-9-標準化 8 吋全自動製程，推動台灣">
            <a:extLst>
              <a:ext uri="{FF2B5EF4-FFF2-40B4-BE49-F238E27FC236}">
                <a16:creationId xmlns:a16="http://schemas.microsoft.com/office/drawing/2014/main" id="{D0D44E06-440A-E56E-A0B3-5189D3FF3B18}"/>
              </a:ext>
            </a:extLst>
          </p:cNvPr>
          <p:cNvSpPr>
            <a:spLocks noGrp="1"/>
          </p:cNvSpPr>
          <p:nvPr/>
        </p:nvSpPr>
        <p:spPr>
          <a:xfrm>
            <a:off x="1412427" y="3713281"/>
            <a:ext cx="4191772" cy="357424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>
              <a:defRPr sz="2250" b="0">
                <a:solidFill>
                  <a:srgbClr val="101818"/>
                </a:solidFill>
                <a:latin typeface="Noto Sans TC"/>
                <a:ea typeface="Noto Sans TC"/>
                <a:cs typeface="Noto Sans TC"/>
              </a:defRPr>
            </a:defPPr>
            <a:lvl1pPr>
              <a:defRPr sz="2250" b="0">
                <a:solidFill>
                  <a:srgbClr val="101818"/>
                </a:solidFill>
                <a:latin typeface="Noto Sans TC"/>
                <a:ea typeface="Noto Sans TC"/>
                <a:cs typeface="Noto Sans TC"/>
              </a:defRPr>
            </a:lvl1pPr>
            <a:lvl2pPr>
              <a:defRPr sz="2250" b="0">
                <a:solidFill>
                  <a:srgbClr val="101818"/>
                </a:solidFill>
                <a:latin typeface="Noto Sans TC"/>
                <a:ea typeface="Noto Sans TC"/>
                <a:cs typeface="Noto Sans TC"/>
              </a:defRPr>
            </a:lvl2pPr>
            <a:lvl3pPr>
              <a:defRPr sz="2250" b="0">
                <a:solidFill>
                  <a:srgbClr val="101818"/>
                </a:solidFill>
                <a:latin typeface="Noto Sans TC"/>
                <a:ea typeface="Noto Sans TC"/>
                <a:cs typeface="Noto Sans TC"/>
              </a:defRPr>
            </a:lvl3pPr>
            <a:lvl4pPr>
              <a:defRPr sz="2250" b="0">
                <a:solidFill>
                  <a:srgbClr val="101818"/>
                </a:solidFill>
                <a:latin typeface="Noto Sans TC"/>
                <a:ea typeface="Noto Sans TC"/>
                <a:cs typeface="Noto Sans TC"/>
              </a:defRPr>
            </a:lvl4pPr>
            <a:lvl5pPr>
              <a:defRPr sz="2250" b="0">
                <a:solidFill>
                  <a:srgbClr val="101818"/>
                </a:solidFill>
                <a:latin typeface="Noto Sans TC"/>
                <a:ea typeface="Noto Sans TC"/>
                <a:cs typeface="Noto Sans TC"/>
              </a:defRPr>
            </a:lvl5pPr>
            <a:lvl6pPr>
              <a:defRPr sz="2250" b="0">
                <a:solidFill>
                  <a:srgbClr val="101818"/>
                </a:solidFill>
                <a:latin typeface="Noto Sans TC"/>
                <a:ea typeface="Noto Sans TC"/>
                <a:cs typeface="Noto Sans TC"/>
              </a:defRPr>
            </a:lvl6pPr>
            <a:lvl7pPr>
              <a:defRPr sz="2250" b="0">
                <a:solidFill>
                  <a:srgbClr val="101818"/>
                </a:solidFill>
                <a:latin typeface="Noto Sans TC"/>
                <a:ea typeface="Noto Sans TC"/>
                <a:cs typeface="Noto Sans TC"/>
              </a:defRPr>
            </a:lvl7pPr>
            <a:lvl8pPr>
              <a:defRPr sz="2250" b="0">
                <a:solidFill>
                  <a:srgbClr val="101818"/>
                </a:solidFill>
                <a:latin typeface="Noto Sans TC"/>
                <a:ea typeface="Noto Sans TC"/>
                <a:cs typeface="Noto Sans TC"/>
              </a:defRPr>
            </a:lvl8pPr>
            <a:lvl9pPr>
              <a:defRPr sz="2250" b="0">
                <a:solidFill>
                  <a:srgbClr val="101818"/>
                </a:solidFill>
                <a:latin typeface="Noto Sans TC"/>
                <a:ea typeface="Noto Sans TC"/>
                <a:cs typeface="Noto Sans TC"/>
              </a:defRPr>
            </a:lvl9pPr>
          </a:lstStyle>
          <a:p>
            <a:pPr>
              <a:defRPr sz="2250" b="0">
                <a:solidFill>
                  <a:srgbClr val="101818"/>
                </a:solidFill>
                <a:latin typeface="Noto Sans TC"/>
                <a:ea typeface="Noto Sans TC"/>
                <a:cs typeface="Noto Sans TC"/>
              </a:defRPr>
            </a:pPr>
            <a:endParaRPr lang="en-US" sz="2000" dirty="0">
              <a:solidFill>
                <a:schemeClr val="bg1"/>
              </a:solidFill>
              <a:latin typeface="Noto Sans TC" panose="020B0200000000000000" pitchFamily="34" charset="-120"/>
              <a:ea typeface="Noto Sans TC" panose="020B0200000000000000" pitchFamily="34" charset="-120"/>
            </a:endParaRPr>
          </a:p>
        </p:txBody>
      </p:sp>
      <p:sp>
        <p:nvSpPr>
          <p:cNvPr id="5" name="text-9-標準化 8 吋全自動製程，推動台灣">
            <a:extLst>
              <a:ext uri="{FF2B5EF4-FFF2-40B4-BE49-F238E27FC236}">
                <a16:creationId xmlns:a16="http://schemas.microsoft.com/office/drawing/2014/main" id="{26020AE4-416B-A9A5-AFCE-054148A52FE8}"/>
              </a:ext>
            </a:extLst>
          </p:cNvPr>
          <p:cNvSpPr>
            <a:spLocks noGrp="1"/>
          </p:cNvSpPr>
          <p:nvPr/>
        </p:nvSpPr>
        <p:spPr>
          <a:xfrm>
            <a:off x="5721578" y="3673076"/>
            <a:ext cx="3560968" cy="50291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>
              <a:defRPr sz="2250" b="0">
                <a:solidFill>
                  <a:srgbClr val="101818"/>
                </a:solidFill>
                <a:latin typeface="Noto Sans TC"/>
                <a:ea typeface="Noto Sans TC"/>
                <a:cs typeface="Noto Sans TC"/>
              </a:defRPr>
            </a:defPPr>
            <a:lvl1pPr>
              <a:defRPr sz="2250" b="0">
                <a:solidFill>
                  <a:srgbClr val="101818"/>
                </a:solidFill>
                <a:latin typeface="Noto Sans TC"/>
                <a:ea typeface="Noto Sans TC"/>
                <a:cs typeface="Noto Sans TC"/>
              </a:defRPr>
            </a:lvl1pPr>
            <a:lvl2pPr>
              <a:defRPr sz="2250" b="0">
                <a:solidFill>
                  <a:srgbClr val="101818"/>
                </a:solidFill>
                <a:latin typeface="Noto Sans TC"/>
                <a:ea typeface="Noto Sans TC"/>
                <a:cs typeface="Noto Sans TC"/>
              </a:defRPr>
            </a:lvl2pPr>
            <a:lvl3pPr>
              <a:defRPr sz="2250" b="0">
                <a:solidFill>
                  <a:srgbClr val="101818"/>
                </a:solidFill>
                <a:latin typeface="Noto Sans TC"/>
                <a:ea typeface="Noto Sans TC"/>
                <a:cs typeface="Noto Sans TC"/>
              </a:defRPr>
            </a:lvl3pPr>
            <a:lvl4pPr>
              <a:defRPr sz="2250" b="0">
                <a:solidFill>
                  <a:srgbClr val="101818"/>
                </a:solidFill>
                <a:latin typeface="Noto Sans TC"/>
                <a:ea typeface="Noto Sans TC"/>
                <a:cs typeface="Noto Sans TC"/>
              </a:defRPr>
            </a:lvl4pPr>
            <a:lvl5pPr>
              <a:defRPr sz="2250" b="0">
                <a:solidFill>
                  <a:srgbClr val="101818"/>
                </a:solidFill>
                <a:latin typeface="Noto Sans TC"/>
                <a:ea typeface="Noto Sans TC"/>
                <a:cs typeface="Noto Sans TC"/>
              </a:defRPr>
            </a:lvl5pPr>
            <a:lvl6pPr>
              <a:defRPr sz="2250" b="0">
                <a:solidFill>
                  <a:srgbClr val="101818"/>
                </a:solidFill>
                <a:latin typeface="Noto Sans TC"/>
                <a:ea typeface="Noto Sans TC"/>
                <a:cs typeface="Noto Sans TC"/>
              </a:defRPr>
            </a:lvl6pPr>
            <a:lvl7pPr>
              <a:defRPr sz="2250" b="0">
                <a:solidFill>
                  <a:srgbClr val="101818"/>
                </a:solidFill>
                <a:latin typeface="Noto Sans TC"/>
                <a:ea typeface="Noto Sans TC"/>
                <a:cs typeface="Noto Sans TC"/>
              </a:defRPr>
            </a:lvl7pPr>
            <a:lvl8pPr>
              <a:defRPr sz="2250" b="0">
                <a:solidFill>
                  <a:srgbClr val="101818"/>
                </a:solidFill>
                <a:latin typeface="Noto Sans TC"/>
                <a:ea typeface="Noto Sans TC"/>
                <a:cs typeface="Noto Sans TC"/>
              </a:defRPr>
            </a:lvl8pPr>
            <a:lvl9pPr>
              <a:defRPr sz="2250" b="0">
                <a:solidFill>
                  <a:srgbClr val="101818"/>
                </a:solidFill>
                <a:latin typeface="Noto Sans TC"/>
                <a:ea typeface="Noto Sans TC"/>
                <a:cs typeface="Noto Sans TC"/>
              </a:defRPr>
            </a:lvl9pPr>
          </a:lstStyle>
          <a:p>
            <a:pPr>
              <a:defRPr sz="2250" b="0">
                <a:solidFill>
                  <a:srgbClr val="101818"/>
                </a:solidFill>
                <a:latin typeface="Noto Sans TC"/>
                <a:ea typeface="Noto Sans TC"/>
                <a:cs typeface="Noto Sans TC"/>
              </a:defRPr>
            </a:pPr>
            <a:r>
              <a:rPr lang="zh-TW" altLang="zh-TW" sz="2400" dirty="0">
                <a:solidFill>
                  <a:schemeClr val="bg1"/>
                </a:solidFill>
              </a:rPr>
              <a:t>讓量子運算從實驗走向應用</a:t>
            </a:r>
            <a:endParaRPr lang="en-US" sz="2400" dirty="0">
              <a:solidFill>
                <a:schemeClr val="bg1"/>
              </a:solidFill>
              <a:latin typeface="Noto Sans TC" panose="020B0200000000000000" pitchFamily="34" charset="-120"/>
              <a:ea typeface="Noto Sans TC" panose="020B0200000000000000" pitchFamily="34" charset="-120"/>
            </a:endParaRPr>
          </a:p>
        </p:txBody>
      </p:sp>
      <p:sp>
        <p:nvSpPr>
          <p:cNvPr id="8" name="text-9-標準化 8 吋全自動製程，推動台灣">
            <a:extLst>
              <a:ext uri="{FF2B5EF4-FFF2-40B4-BE49-F238E27FC236}">
                <a16:creationId xmlns:a16="http://schemas.microsoft.com/office/drawing/2014/main" id="{E6BE47FE-BB41-9141-B85E-495412D8CD30}"/>
              </a:ext>
            </a:extLst>
          </p:cNvPr>
          <p:cNvSpPr>
            <a:spLocks noGrp="1"/>
          </p:cNvSpPr>
          <p:nvPr/>
        </p:nvSpPr>
        <p:spPr>
          <a:xfrm>
            <a:off x="1149191" y="3720183"/>
            <a:ext cx="4191772" cy="357424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>
              <a:defRPr sz="2250" b="0">
                <a:solidFill>
                  <a:srgbClr val="101818"/>
                </a:solidFill>
                <a:latin typeface="Noto Sans TC"/>
                <a:ea typeface="Noto Sans TC"/>
                <a:cs typeface="Noto Sans TC"/>
              </a:defRPr>
            </a:defPPr>
            <a:lvl1pPr>
              <a:defRPr sz="2250" b="0">
                <a:solidFill>
                  <a:srgbClr val="101818"/>
                </a:solidFill>
                <a:latin typeface="Noto Sans TC"/>
                <a:ea typeface="Noto Sans TC"/>
                <a:cs typeface="Noto Sans TC"/>
              </a:defRPr>
            </a:lvl1pPr>
            <a:lvl2pPr>
              <a:defRPr sz="2250" b="0">
                <a:solidFill>
                  <a:srgbClr val="101818"/>
                </a:solidFill>
                <a:latin typeface="Noto Sans TC"/>
                <a:ea typeface="Noto Sans TC"/>
                <a:cs typeface="Noto Sans TC"/>
              </a:defRPr>
            </a:lvl2pPr>
            <a:lvl3pPr>
              <a:defRPr sz="2250" b="0">
                <a:solidFill>
                  <a:srgbClr val="101818"/>
                </a:solidFill>
                <a:latin typeface="Noto Sans TC"/>
                <a:ea typeface="Noto Sans TC"/>
                <a:cs typeface="Noto Sans TC"/>
              </a:defRPr>
            </a:lvl3pPr>
            <a:lvl4pPr>
              <a:defRPr sz="2250" b="0">
                <a:solidFill>
                  <a:srgbClr val="101818"/>
                </a:solidFill>
                <a:latin typeface="Noto Sans TC"/>
                <a:ea typeface="Noto Sans TC"/>
                <a:cs typeface="Noto Sans TC"/>
              </a:defRPr>
            </a:lvl4pPr>
            <a:lvl5pPr>
              <a:defRPr sz="2250" b="0">
                <a:solidFill>
                  <a:srgbClr val="101818"/>
                </a:solidFill>
                <a:latin typeface="Noto Sans TC"/>
                <a:ea typeface="Noto Sans TC"/>
                <a:cs typeface="Noto Sans TC"/>
              </a:defRPr>
            </a:lvl5pPr>
            <a:lvl6pPr>
              <a:defRPr sz="2250" b="0">
                <a:solidFill>
                  <a:srgbClr val="101818"/>
                </a:solidFill>
                <a:latin typeface="Noto Sans TC"/>
                <a:ea typeface="Noto Sans TC"/>
                <a:cs typeface="Noto Sans TC"/>
              </a:defRPr>
            </a:lvl6pPr>
            <a:lvl7pPr>
              <a:defRPr sz="2250" b="0">
                <a:solidFill>
                  <a:srgbClr val="101818"/>
                </a:solidFill>
                <a:latin typeface="Noto Sans TC"/>
                <a:ea typeface="Noto Sans TC"/>
                <a:cs typeface="Noto Sans TC"/>
              </a:defRPr>
            </a:lvl7pPr>
            <a:lvl8pPr>
              <a:defRPr sz="2250" b="0">
                <a:solidFill>
                  <a:srgbClr val="101818"/>
                </a:solidFill>
                <a:latin typeface="Noto Sans TC"/>
                <a:ea typeface="Noto Sans TC"/>
                <a:cs typeface="Noto Sans TC"/>
              </a:defRPr>
            </a:lvl8pPr>
            <a:lvl9pPr>
              <a:defRPr sz="2250" b="0">
                <a:solidFill>
                  <a:srgbClr val="101818"/>
                </a:solidFill>
                <a:latin typeface="Noto Sans TC"/>
                <a:ea typeface="Noto Sans TC"/>
                <a:cs typeface="Noto Sans TC"/>
              </a:defRPr>
            </a:lvl9pPr>
          </a:lstStyle>
          <a:p>
            <a:pPr>
              <a:defRPr sz="2250" b="0">
                <a:solidFill>
                  <a:srgbClr val="101818"/>
                </a:solidFill>
                <a:latin typeface="Noto Sans TC"/>
                <a:ea typeface="Noto Sans TC"/>
                <a:cs typeface="Noto Sans TC"/>
              </a:defRPr>
            </a:pPr>
            <a:r>
              <a:rPr lang="zh-TW" altLang="zh-TW" sz="2000" dirty="0">
                <a:solidFill>
                  <a:schemeClr val="bg1"/>
                </a:solidFill>
              </a:rPr>
              <a:t>QUANTUM COMPUTING TEST</a:t>
            </a:r>
            <a:r>
              <a:rPr lang="en-US" altLang="zh-TW" sz="2000" dirty="0">
                <a:solidFill>
                  <a:schemeClr val="bg1"/>
                </a:solidFill>
              </a:rPr>
              <a:t> SAPCE</a:t>
            </a:r>
            <a:endParaRPr lang="en-US" altLang="zh-TW" sz="2000" dirty="0">
              <a:solidFill>
                <a:schemeClr val="bg1"/>
              </a:solidFill>
              <a:latin typeface="Noto Sans TC" panose="020B0200000000000000" pitchFamily="34" charset="-120"/>
              <a:ea typeface="Noto Sans TC" panose="020B0200000000000000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5363866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-1">
            <a:extLst>
              <a:ext uri="{FF2B5EF4-FFF2-40B4-BE49-F238E27FC236}">
                <a16:creationId xmlns:a16="http://schemas.microsoft.com/office/drawing/2014/main" id="{5EF65345-1C77-D556-8BC9-21C82D60E333}"/>
              </a:ext>
            </a:extLst>
          </p:cNvPr>
          <p:cNvSpPr>
            <a:spLocks noGrp="1"/>
          </p:cNvSpPr>
          <p:nvPr/>
        </p:nvSpPr>
        <p:spPr>
          <a:xfrm>
            <a:off x="0" y="-6753"/>
            <a:ext cx="10287000" cy="12858750"/>
          </a:xfrm>
          <a:prstGeom prst="rect">
            <a:avLst/>
          </a:prstGeom>
          <a:solidFill>
            <a:schemeClr val="accent2"/>
          </a:solidFill>
          <a:ln w="0">
            <a:noFill/>
          </a:ln>
        </p:spPr>
        <p:txBody>
          <a:bodyPr/>
          <a:lstStyle/>
          <a:p>
            <a:endParaRPr lang="zh-TW" altLang="en-US" dirty="0"/>
          </a:p>
        </p:txBody>
      </p:sp>
      <p:sp>
        <p:nvSpPr>
          <p:cNvPr id="11" name="與精密分析設施">
            <a:extLst>
              <a:ext uri="{FF2B5EF4-FFF2-40B4-BE49-F238E27FC236}">
                <a16:creationId xmlns:a16="http://schemas.microsoft.com/office/drawing/2014/main" id="{743076FD-56AC-468C-A00A-33330CC57B0C}"/>
              </a:ext>
            </a:extLst>
          </p:cNvPr>
          <p:cNvSpPr>
            <a:spLocks noGrp="1"/>
          </p:cNvSpPr>
          <p:nvPr/>
        </p:nvSpPr>
        <p:spPr>
          <a:xfrm>
            <a:off x="600075" y="3609975"/>
            <a:ext cx="8924925" cy="614363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>
              <a:defRPr sz="3225" b="1">
                <a:solidFill>
                  <a:srgbClr val="3A2336"/>
                </a:solidFill>
                <a:latin typeface="Noto Sans TC"/>
                <a:ea typeface="Noto Sans TC"/>
                <a:cs typeface="Noto Sans TC"/>
              </a:defRPr>
            </a:defPPr>
            <a:lvl1pPr>
              <a:defRPr sz="3225" b="1">
                <a:solidFill>
                  <a:srgbClr val="3A2336"/>
                </a:solidFill>
                <a:latin typeface="Noto Sans TC"/>
                <a:ea typeface="Noto Sans TC"/>
                <a:cs typeface="Noto Sans TC"/>
              </a:defRPr>
            </a:lvl1pPr>
            <a:lvl2pPr>
              <a:defRPr sz="3225" b="1">
                <a:solidFill>
                  <a:srgbClr val="3A2336"/>
                </a:solidFill>
                <a:latin typeface="Noto Sans TC"/>
                <a:ea typeface="Noto Sans TC"/>
                <a:cs typeface="Noto Sans TC"/>
              </a:defRPr>
            </a:lvl2pPr>
            <a:lvl3pPr>
              <a:defRPr sz="3225" b="1">
                <a:solidFill>
                  <a:srgbClr val="3A2336"/>
                </a:solidFill>
                <a:latin typeface="Noto Sans TC"/>
                <a:ea typeface="Noto Sans TC"/>
                <a:cs typeface="Noto Sans TC"/>
              </a:defRPr>
            </a:lvl3pPr>
            <a:lvl4pPr>
              <a:defRPr sz="3225" b="1">
                <a:solidFill>
                  <a:srgbClr val="3A2336"/>
                </a:solidFill>
                <a:latin typeface="Noto Sans TC"/>
                <a:ea typeface="Noto Sans TC"/>
                <a:cs typeface="Noto Sans TC"/>
              </a:defRPr>
            </a:lvl4pPr>
            <a:lvl5pPr>
              <a:defRPr sz="3225" b="1">
                <a:solidFill>
                  <a:srgbClr val="3A2336"/>
                </a:solidFill>
                <a:latin typeface="Noto Sans TC"/>
                <a:ea typeface="Noto Sans TC"/>
                <a:cs typeface="Noto Sans TC"/>
              </a:defRPr>
            </a:lvl5pPr>
            <a:lvl6pPr>
              <a:defRPr sz="3225" b="1">
                <a:solidFill>
                  <a:srgbClr val="3A2336"/>
                </a:solidFill>
                <a:latin typeface="Noto Sans TC"/>
                <a:ea typeface="Noto Sans TC"/>
                <a:cs typeface="Noto Sans TC"/>
              </a:defRPr>
            </a:lvl6pPr>
            <a:lvl7pPr>
              <a:defRPr sz="3225" b="1">
                <a:solidFill>
                  <a:srgbClr val="3A2336"/>
                </a:solidFill>
                <a:latin typeface="Noto Sans TC"/>
                <a:ea typeface="Noto Sans TC"/>
                <a:cs typeface="Noto Sans TC"/>
              </a:defRPr>
            </a:lvl7pPr>
            <a:lvl8pPr>
              <a:defRPr sz="3225" b="1">
                <a:solidFill>
                  <a:srgbClr val="3A2336"/>
                </a:solidFill>
                <a:latin typeface="Noto Sans TC"/>
                <a:ea typeface="Noto Sans TC"/>
                <a:cs typeface="Noto Sans TC"/>
              </a:defRPr>
            </a:lvl8pPr>
            <a:lvl9pPr>
              <a:defRPr sz="3225" b="1">
                <a:solidFill>
                  <a:srgbClr val="3A2336"/>
                </a:solidFill>
                <a:latin typeface="Noto Sans TC"/>
                <a:ea typeface="Noto Sans TC"/>
                <a:cs typeface="Noto Sans TC"/>
              </a:defRPr>
            </a:lvl9pPr>
          </a:lstStyle>
          <a:p>
            <a:pPr>
              <a:defRPr sz="3225" b="1">
                <a:solidFill>
                  <a:srgbClr val="3A2336"/>
                </a:solidFill>
                <a:latin typeface="Noto Sans TC"/>
                <a:ea typeface="Noto Sans TC"/>
                <a:cs typeface="Noto Sans TC"/>
              </a:defRPr>
            </a:pPr>
            <a:endParaRPr sz="3225" b="1" dirty="0">
              <a:solidFill>
                <a:srgbClr val="3A2336"/>
              </a:solidFill>
              <a:latin typeface="Noto Sans TC"/>
              <a:ea typeface="Noto Sans TC"/>
              <a:cs typeface="Noto Sans TC"/>
            </a:endParaRPr>
          </a:p>
        </p:txBody>
      </p:sp>
      <p:sp>
        <p:nvSpPr>
          <p:cNvPr id="18" name="支援單光子光源與探測器開發，結合">
            <a:extLst>
              <a:ext uri="{FF2B5EF4-FFF2-40B4-BE49-F238E27FC236}">
                <a16:creationId xmlns:a16="http://schemas.microsoft.com/office/drawing/2014/main" id="{0220450C-4767-4E97-B4B4-8AA7CB478FFE}"/>
              </a:ext>
            </a:extLst>
          </p:cNvPr>
          <p:cNvSpPr>
            <a:spLocks noGrp="1"/>
          </p:cNvSpPr>
          <p:nvPr/>
        </p:nvSpPr>
        <p:spPr>
          <a:xfrm>
            <a:off x="325755" y="10163899"/>
            <a:ext cx="9674423" cy="5143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>
              <a:defRPr sz="2550" b="0">
                <a:solidFill>
                  <a:srgbClr val="3A2336"/>
                </a:solidFill>
                <a:latin typeface="Noto Sans TC"/>
                <a:ea typeface="Noto Sans TC"/>
                <a:cs typeface="Noto Sans TC"/>
              </a:defRPr>
            </a:defPPr>
            <a:lvl1pPr>
              <a:defRPr sz="2550" b="0">
                <a:solidFill>
                  <a:srgbClr val="3A2336"/>
                </a:solidFill>
                <a:latin typeface="Noto Sans TC"/>
                <a:ea typeface="Noto Sans TC"/>
                <a:cs typeface="Noto Sans TC"/>
              </a:defRPr>
            </a:lvl1pPr>
            <a:lvl2pPr>
              <a:defRPr sz="2550" b="0">
                <a:solidFill>
                  <a:srgbClr val="3A2336"/>
                </a:solidFill>
                <a:latin typeface="Noto Sans TC"/>
                <a:ea typeface="Noto Sans TC"/>
                <a:cs typeface="Noto Sans TC"/>
              </a:defRPr>
            </a:lvl2pPr>
            <a:lvl3pPr>
              <a:defRPr sz="2550" b="0">
                <a:solidFill>
                  <a:srgbClr val="3A2336"/>
                </a:solidFill>
                <a:latin typeface="Noto Sans TC"/>
                <a:ea typeface="Noto Sans TC"/>
                <a:cs typeface="Noto Sans TC"/>
              </a:defRPr>
            </a:lvl3pPr>
            <a:lvl4pPr>
              <a:defRPr sz="2550" b="0">
                <a:solidFill>
                  <a:srgbClr val="3A2336"/>
                </a:solidFill>
                <a:latin typeface="Noto Sans TC"/>
                <a:ea typeface="Noto Sans TC"/>
                <a:cs typeface="Noto Sans TC"/>
              </a:defRPr>
            </a:lvl4pPr>
            <a:lvl5pPr>
              <a:defRPr sz="2550" b="0">
                <a:solidFill>
                  <a:srgbClr val="3A2336"/>
                </a:solidFill>
                <a:latin typeface="Noto Sans TC"/>
                <a:ea typeface="Noto Sans TC"/>
                <a:cs typeface="Noto Sans TC"/>
              </a:defRPr>
            </a:lvl5pPr>
            <a:lvl6pPr>
              <a:defRPr sz="2550" b="0">
                <a:solidFill>
                  <a:srgbClr val="3A2336"/>
                </a:solidFill>
                <a:latin typeface="Noto Sans TC"/>
                <a:ea typeface="Noto Sans TC"/>
                <a:cs typeface="Noto Sans TC"/>
              </a:defRPr>
            </a:lvl6pPr>
            <a:lvl7pPr>
              <a:defRPr sz="2550" b="0">
                <a:solidFill>
                  <a:srgbClr val="3A2336"/>
                </a:solidFill>
                <a:latin typeface="Noto Sans TC"/>
                <a:ea typeface="Noto Sans TC"/>
                <a:cs typeface="Noto Sans TC"/>
              </a:defRPr>
            </a:lvl7pPr>
            <a:lvl8pPr>
              <a:defRPr sz="2550" b="0">
                <a:solidFill>
                  <a:srgbClr val="3A2336"/>
                </a:solidFill>
                <a:latin typeface="Noto Sans TC"/>
                <a:ea typeface="Noto Sans TC"/>
                <a:cs typeface="Noto Sans TC"/>
              </a:defRPr>
            </a:lvl8pPr>
            <a:lvl9pPr>
              <a:defRPr sz="2550" b="0">
                <a:solidFill>
                  <a:srgbClr val="3A2336"/>
                </a:solidFill>
                <a:latin typeface="Noto Sans TC"/>
                <a:ea typeface="Noto Sans TC"/>
                <a:cs typeface="Noto Sans TC"/>
              </a:defRPr>
            </a:lvl9pPr>
          </a:lstStyle>
          <a:p>
            <a:pPr>
              <a:defRPr sz="2550" b="0">
                <a:solidFill>
                  <a:srgbClr val="3A2336"/>
                </a:solidFill>
                <a:latin typeface="Noto Sans TC"/>
                <a:ea typeface="Noto Sans TC"/>
                <a:cs typeface="Noto Sans TC"/>
              </a:defRPr>
            </a:pPr>
            <a:r>
              <a:rPr lang="zh-TW" altLang="zh-TW" sz="2400" dirty="0">
                <a:solidFill>
                  <a:schemeClr val="bg1"/>
                </a:solidFill>
              </a:rPr>
              <a:t>整合原子層沉積、原子層蝕刻與微奈米製程，支援前瞻量子光電元件開發</a:t>
            </a:r>
            <a:endParaRPr sz="2400" dirty="0">
              <a:solidFill>
                <a:schemeClr val="bg1"/>
              </a:solidFill>
            </a:endParaRPr>
          </a:p>
        </p:txBody>
      </p:sp>
      <p:sp>
        <p:nvSpPr>
          <p:cNvPr id="19" name="次微米元件製造與低溫真空精密分析。">
            <a:extLst>
              <a:ext uri="{FF2B5EF4-FFF2-40B4-BE49-F238E27FC236}">
                <a16:creationId xmlns:a16="http://schemas.microsoft.com/office/drawing/2014/main" id="{B768AF40-9A6D-4D18-9189-10B3AB2C8F1E}"/>
              </a:ext>
            </a:extLst>
          </p:cNvPr>
          <p:cNvSpPr>
            <a:spLocks noGrp="1"/>
          </p:cNvSpPr>
          <p:nvPr/>
        </p:nvSpPr>
        <p:spPr>
          <a:xfrm>
            <a:off x="393292" y="10811599"/>
            <a:ext cx="9539348" cy="5143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>
              <a:defRPr sz="2550" b="0">
                <a:solidFill>
                  <a:srgbClr val="3A2336"/>
                </a:solidFill>
                <a:latin typeface="Noto Sans TC"/>
                <a:ea typeface="Noto Sans TC"/>
                <a:cs typeface="Noto Sans TC"/>
              </a:defRPr>
            </a:defPPr>
            <a:lvl1pPr>
              <a:defRPr sz="2550" b="0">
                <a:solidFill>
                  <a:srgbClr val="3A2336"/>
                </a:solidFill>
                <a:latin typeface="Noto Sans TC"/>
                <a:ea typeface="Noto Sans TC"/>
                <a:cs typeface="Noto Sans TC"/>
              </a:defRPr>
            </a:lvl1pPr>
            <a:lvl2pPr>
              <a:defRPr sz="2550" b="0">
                <a:solidFill>
                  <a:srgbClr val="3A2336"/>
                </a:solidFill>
                <a:latin typeface="Noto Sans TC"/>
                <a:ea typeface="Noto Sans TC"/>
                <a:cs typeface="Noto Sans TC"/>
              </a:defRPr>
            </a:lvl2pPr>
            <a:lvl3pPr>
              <a:defRPr sz="2550" b="0">
                <a:solidFill>
                  <a:srgbClr val="3A2336"/>
                </a:solidFill>
                <a:latin typeface="Noto Sans TC"/>
                <a:ea typeface="Noto Sans TC"/>
                <a:cs typeface="Noto Sans TC"/>
              </a:defRPr>
            </a:lvl3pPr>
            <a:lvl4pPr>
              <a:defRPr sz="2550" b="0">
                <a:solidFill>
                  <a:srgbClr val="3A2336"/>
                </a:solidFill>
                <a:latin typeface="Noto Sans TC"/>
                <a:ea typeface="Noto Sans TC"/>
                <a:cs typeface="Noto Sans TC"/>
              </a:defRPr>
            </a:lvl4pPr>
            <a:lvl5pPr>
              <a:defRPr sz="2550" b="0">
                <a:solidFill>
                  <a:srgbClr val="3A2336"/>
                </a:solidFill>
                <a:latin typeface="Noto Sans TC"/>
                <a:ea typeface="Noto Sans TC"/>
                <a:cs typeface="Noto Sans TC"/>
              </a:defRPr>
            </a:lvl5pPr>
            <a:lvl6pPr>
              <a:defRPr sz="2550" b="0">
                <a:solidFill>
                  <a:srgbClr val="3A2336"/>
                </a:solidFill>
                <a:latin typeface="Noto Sans TC"/>
                <a:ea typeface="Noto Sans TC"/>
                <a:cs typeface="Noto Sans TC"/>
              </a:defRPr>
            </a:lvl6pPr>
            <a:lvl7pPr>
              <a:defRPr sz="2550" b="0">
                <a:solidFill>
                  <a:srgbClr val="3A2336"/>
                </a:solidFill>
                <a:latin typeface="Noto Sans TC"/>
                <a:ea typeface="Noto Sans TC"/>
                <a:cs typeface="Noto Sans TC"/>
              </a:defRPr>
            </a:lvl7pPr>
            <a:lvl8pPr>
              <a:defRPr sz="2550" b="0">
                <a:solidFill>
                  <a:srgbClr val="3A2336"/>
                </a:solidFill>
                <a:latin typeface="Noto Sans TC"/>
                <a:ea typeface="Noto Sans TC"/>
                <a:cs typeface="Noto Sans TC"/>
              </a:defRPr>
            </a:lvl8pPr>
            <a:lvl9pPr>
              <a:defRPr sz="2550" b="0">
                <a:solidFill>
                  <a:srgbClr val="3A2336"/>
                </a:solidFill>
                <a:latin typeface="Noto Sans TC"/>
                <a:ea typeface="Noto Sans TC"/>
                <a:cs typeface="Noto Sans TC"/>
              </a:defRPr>
            </a:lvl9pPr>
          </a:lstStyle>
          <a:p>
            <a:pPr>
              <a:defRPr sz="2550" b="0">
                <a:solidFill>
                  <a:srgbClr val="3A2336"/>
                </a:solidFill>
                <a:latin typeface="Noto Sans TC"/>
                <a:ea typeface="Noto Sans TC"/>
                <a:cs typeface="Noto Sans TC"/>
              </a:defRPr>
            </a:pPr>
            <a:r>
              <a:rPr lang="zh-TW" altLang="zh-TW" sz="2400" dirty="0">
                <a:solidFill>
                  <a:schemeClr val="bg1"/>
                </a:solidFill>
              </a:rPr>
              <a:t>結合高精度材料分析與極低溫光電量測，探索量子材料特性及元件性能</a:t>
            </a:r>
            <a:endParaRPr sz="2400" dirty="0">
              <a:solidFill>
                <a:schemeClr val="bg1"/>
              </a:solidFill>
            </a:endParaRPr>
          </a:p>
        </p:txBody>
      </p:sp>
      <p:sp>
        <p:nvSpPr>
          <p:cNvPr id="20" name="ALD / ALE   ·   AFM、XPS / UPS ">
            <a:extLst>
              <a:ext uri="{FF2B5EF4-FFF2-40B4-BE49-F238E27FC236}">
                <a16:creationId xmlns:a16="http://schemas.microsoft.com/office/drawing/2014/main" id="{366B9401-571C-4182-A00D-15FA22BB8381}"/>
              </a:ext>
            </a:extLst>
          </p:cNvPr>
          <p:cNvSpPr>
            <a:spLocks noGrp="1"/>
          </p:cNvSpPr>
          <p:nvPr/>
        </p:nvSpPr>
        <p:spPr>
          <a:xfrm>
            <a:off x="1991756" y="11459299"/>
            <a:ext cx="6342421" cy="38529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>
              <a:defRPr sz="1875" b="1">
                <a:solidFill>
                  <a:srgbClr val="3A2336"/>
                </a:solidFill>
                <a:latin typeface="Noto Sans TC"/>
                <a:ea typeface="Noto Sans TC"/>
                <a:cs typeface="Noto Sans TC"/>
              </a:defRPr>
            </a:defPPr>
            <a:lvl1pPr>
              <a:defRPr sz="1875" b="1">
                <a:solidFill>
                  <a:srgbClr val="3A2336"/>
                </a:solidFill>
                <a:latin typeface="Noto Sans TC"/>
                <a:ea typeface="Noto Sans TC"/>
                <a:cs typeface="Noto Sans TC"/>
              </a:defRPr>
            </a:lvl1pPr>
            <a:lvl2pPr>
              <a:defRPr sz="1875" b="1">
                <a:solidFill>
                  <a:srgbClr val="3A2336"/>
                </a:solidFill>
                <a:latin typeface="Noto Sans TC"/>
                <a:ea typeface="Noto Sans TC"/>
                <a:cs typeface="Noto Sans TC"/>
              </a:defRPr>
            </a:lvl2pPr>
            <a:lvl3pPr>
              <a:defRPr sz="1875" b="1">
                <a:solidFill>
                  <a:srgbClr val="3A2336"/>
                </a:solidFill>
                <a:latin typeface="Noto Sans TC"/>
                <a:ea typeface="Noto Sans TC"/>
                <a:cs typeface="Noto Sans TC"/>
              </a:defRPr>
            </a:lvl3pPr>
            <a:lvl4pPr>
              <a:defRPr sz="1875" b="1">
                <a:solidFill>
                  <a:srgbClr val="3A2336"/>
                </a:solidFill>
                <a:latin typeface="Noto Sans TC"/>
                <a:ea typeface="Noto Sans TC"/>
                <a:cs typeface="Noto Sans TC"/>
              </a:defRPr>
            </a:lvl4pPr>
            <a:lvl5pPr>
              <a:defRPr sz="1875" b="1">
                <a:solidFill>
                  <a:srgbClr val="3A2336"/>
                </a:solidFill>
                <a:latin typeface="Noto Sans TC"/>
                <a:ea typeface="Noto Sans TC"/>
                <a:cs typeface="Noto Sans TC"/>
              </a:defRPr>
            </a:lvl5pPr>
            <a:lvl6pPr>
              <a:defRPr sz="1875" b="1">
                <a:solidFill>
                  <a:srgbClr val="3A2336"/>
                </a:solidFill>
                <a:latin typeface="Noto Sans TC"/>
                <a:ea typeface="Noto Sans TC"/>
                <a:cs typeface="Noto Sans TC"/>
              </a:defRPr>
            </a:lvl6pPr>
            <a:lvl7pPr>
              <a:defRPr sz="1875" b="1">
                <a:solidFill>
                  <a:srgbClr val="3A2336"/>
                </a:solidFill>
                <a:latin typeface="Noto Sans TC"/>
                <a:ea typeface="Noto Sans TC"/>
                <a:cs typeface="Noto Sans TC"/>
              </a:defRPr>
            </a:lvl7pPr>
            <a:lvl8pPr>
              <a:defRPr sz="1875" b="1">
                <a:solidFill>
                  <a:srgbClr val="3A2336"/>
                </a:solidFill>
                <a:latin typeface="Noto Sans TC"/>
                <a:ea typeface="Noto Sans TC"/>
                <a:cs typeface="Noto Sans TC"/>
              </a:defRPr>
            </a:lvl8pPr>
            <a:lvl9pPr>
              <a:defRPr sz="1875" b="1">
                <a:solidFill>
                  <a:srgbClr val="3A2336"/>
                </a:solidFill>
                <a:latin typeface="Noto Sans TC"/>
                <a:ea typeface="Noto Sans TC"/>
                <a:cs typeface="Noto Sans TC"/>
              </a:defRPr>
            </a:lvl9pPr>
          </a:lstStyle>
          <a:p>
            <a:pPr algn="ctr">
              <a:defRPr sz="1875" b="1">
                <a:solidFill>
                  <a:srgbClr val="3A2336"/>
                </a:solidFill>
                <a:latin typeface="Noto Sans TC"/>
                <a:ea typeface="Noto Sans TC"/>
                <a:cs typeface="Noto Sans TC"/>
              </a:defRPr>
            </a:pPr>
            <a:r>
              <a:rPr lang="zh-TW" altLang="zh-TW" sz="2400" b="0" dirty="0">
                <a:solidFill>
                  <a:schemeClr val="bg1"/>
                </a:solidFill>
              </a:rPr>
              <a:t>#前瞻光電製程 / #精密材料分析 / #極低溫量測</a:t>
            </a:r>
            <a:endParaRPr sz="2400" b="0" dirty="0">
              <a:solidFill>
                <a:schemeClr val="bg1"/>
              </a:solidFill>
            </a:endParaRPr>
          </a:p>
        </p:txBody>
      </p:sp>
      <p:sp>
        <p:nvSpPr>
          <p:cNvPr id="30" name="text-2-RCCI*">
            <a:extLst>
              <a:ext uri="{FF2B5EF4-FFF2-40B4-BE49-F238E27FC236}">
                <a16:creationId xmlns:a16="http://schemas.microsoft.com/office/drawing/2014/main" id="{48BBCA55-7B42-383B-212B-CC62556D7564}"/>
              </a:ext>
            </a:extLst>
          </p:cNvPr>
          <p:cNvSpPr>
            <a:spLocks noGrp="1"/>
          </p:cNvSpPr>
          <p:nvPr/>
        </p:nvSpPr>
        <p:spPr>
          <a:xfrm>
            <a:off x="1111091" y="488442"/>
            <a:ext cx="6082189" cy="2481072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>
              <a:defRPr sz="13200" b="1">
                <a:solidFill>
                  <a:srgbClr val="101818"/>
                </a:solidFill>
                <a:latin typeface="Noto Sans TC"/>
                <a:ea typeface="Noto Sans TC"/>
                <a:cs typeface="Noto Sans TC"/>
              </a:defRPr>
            </a:defPPr>
            <a:lvl1pPr>
              <a:defRPr sz="13200" b="1">
                <a:solidFill>
                  <a:srgbClr val="101818"/>
                </a:solidFill>
                <a:latin typeface="Noto Sans TC"/>
                <a:ea typeface="Noto Sans TC"/>
                <a:cs typeface="Noto Sans TC"/>
              </a:defRPr>
            </a:lvl1pPr>
            <a:lvl2pPr>
              <a:defRPr sz="13200" b="1">
                <a:solidFill>
                  <a:srgbClr val="101818"/>
                </a:solidFill>
                <a:latin typeface="Noto Sans TC"/>
                <a:ea typeface="Noto Sans TC"/>
                <a:cs typeface="Noto Sans TC"/>
              </a:defRPr>
            </a:lvl2pPr>
            <a:lvl3pPr>
              <a:defRPr sz="13200" b="1">
                <a:solidFill>
                  <a:srgbClr val="101818"/>
                </a:solidFill>
                <a:latin typeface="Noto Sans TC"/>
                <a:ea typeface="Noto Sans TC"/>
                <a:cs typeface="Noto Sans TC"/>
              </a:defRPr>
            </a:lvl3pPr>
            <a:lvl4pPr>
              <a:defRPr sz="13200" b="1">
                <a:solidFill>
                  <a:srgbClr val="101818"/>
                </a:solidFill>
                <a:latin typeface="Noto Sans TC"/>
                <a:ea typeface="Noto Sans TC"/>
                <a:cs typeface="Noto Sans TC"/>
              </a:defRPr>
            </a:lvl4pPr>
            <a:lvl5pPr>
              <a:defRPr sz="13200" b="1">
                <a:solidFill>
                  <a:srgbClr val="101818"/>
                </a:solidFill>
                <a:latin typeface="Noto Sans TC"/>
                <a:ea typeface="Noto Sans TC"/>
                <a:cs typeface="Noto Sans TC"/>
              </a:defRPr>
            </a:lvl5pPr>
            <a:lvl6pPr>
              <a:defRPr sz="13200" b="1">
                <a:solidFill>
                  <a:srgbClr val="101818"/>
                </a:solidFill>
                <a:latin typeface="Noto Sans TC"/>
                <a:ea typeface="Noto Sans TC"/>
                <a:cs typeface="Noto Sans TC"/>
              </a:defRPr>
            </a:lvl6pPr>
            <a:lvl7pPr>
              <a:defRPr sz="13200" b="1">
                <a:solidFill>
                  <a:srgbClr val="101818"/>
                </a:solidFill>
                <a:latin typeface="Noto Sans TC"/>
                <a:ea typeface="Noto Sans TC"/>
                <a:cs typeface="Noto Sans TC"/>
              </a:defRPr>
            </a:lvl7pPr>
            <a:lvl8pPr>
              <a:defRPr sz="13200" b="1">
                <a:solidFill>
                  <a:srgbClr val="101818"/>
                </a:solidFill>
                <a:latin typeface="Noto Sans TC"/>
                <a:ea typeface="Noto Sans TC"/>
                <a:cs typeface="Noto Sans TC"/>
              </a:defRPr>
            </a:lvl8pPr>
            <a:lvl9pPr>
              <a:defRPr sz="13200" b="1">
                <a:solidFill>
                  <a:srgbClr val="101818"/>
                </a:solidFill>
                <a:latin typeface="Noto Sans TC"/>
                <a:ea typeface="Noto Sans TC"/>
                <a:cs typeface="Noto Sans TC"/>
              </a:defRPr>
            </a:lvl9pPr>
          </a:lstStyle>
          <a:p>
            <a:pPr>
              <a:defRPr sz="13200" b="1">
                <a:solidFill>
                  <a:srgbClr val="101818"/>
                </a:solidFill>
                <a:latin typeface="Noto Sans TC"/>
                <a:ea typeface="Noto Sans TC"/>
                <a:cs typeface="Noto Sans TC"/>
              </a:defRPr>
            </a:pPr>
            <a:r>
              <a:rPr lang="en-US" altLang="zh-TW" dirty="0" err="1">
                <a:solidFill>
                  <a:schemeClr val="bg1"/>
                </a:solidFill>
              </a:rPr>
              <a:t>QuPAC</a:t>
            </a:r>
            <a:endParaRPr sz="13200" b="1" dirty="0">
              <a:solidFill>
                <a:schemeClr val="bg1"/>
              </a:solidFill>
              <a:latin typeface="Noto Sans TC"/>
              <a:ea typeface="Noto Sans TC"/>
              <a:cs typeface="Noto Sans TC"/>
            </a:endParaRPr>
          </a:p>
        </p:txBody>
      </p:sp>
      <p:sp>
        <p:nvSpPr>
          <p:cNvPr id="32" name="text-4-VOL. 01">
            <a:extLst>
              <a:ext uri="{FF2B5EF4-FFF2-40B4-BE49-F238E27FC236}">
                <a16:creationId xmlns:a16="http://schemas.microsoft.com/office/drawing/2014/main" id="{9A6C1546-FFCF-3EDC-413C-028ADD076295}"/>
              </a:ext>
            </a:extLst>
          </p:cNvPr>
          <p:cNvSpPr>
            <a:spLocks noGrp="1"/>
          </p:cNvSpPr>
          <p:nvPr/>
        </p:nvSpPr>
        <p:spPr>
          <a:xfrm>
            <a:off x="336612" y="1387617"/>
            <a:ext cx="539591" cy="28632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>
              <a:defRPr sz="1725" b="1">
                <a:solidFill>
                  <a:srgbClr val="101818"/>
                </a:solidFill>
                <a:latin typeface="Noto Sans TC"/>
                <a:ea typeface="Noto Sans TC"/>
                <a:cs typeface="Noto Sans TC"/>
              </a:defRPr>
            </a:defPPr>
            <a:lvl1pPr>
              <a:defRPr sz="1725" b="1">
                <a:solidFill>
                  <a:srgbClr val="101818"/>
                </a:solidFill>
                <a:latin typeface="Noto Sans TC"/>
                <a:ea typeface="Noto Sans TC"/>
                <a:cs typeface="Noto Sans TC"/>
              </a:defRPr>
            </a:lvl1pPr>
            <a:lvl2pPr>
              <a:defRPr sz="1725" b="1">
                <a:solidFill>
                  <a:srgbClr val="101818"/>
                </a:solidFill>
                <a:latin typeface="Noto Sans TC"/>
                <a:ea typeface="Noto Sans TC"/>
                <a:cs typeface="Noto Sans TC"/>
              </a:defRPr>
            </a:lvl2pPr>
            <a:lvl3pPr>
              <a:defRPr sz="1725" b="1">
                <a:solidFill>
                  <a:srgbClr val="101818"/>
                </a:solidFill>
                <a:latin typeface="Noto Sans TC"/>
                <a:ea typeface="Noto Sans TC"/>
                <a:cs typeface="Noto Sans TC"/>
              </a:defRPr>
            </a:lvl3pPr>
            <a:lvl4pPr>
              <a:defRPr sz="1725" b="1">
                <a:solidFill>
                  <a:srgbClr val="101818"/>
                </a:solidFill>
                <a:latin typeface="Noto Sans TC"/>
                <a:ea typeface="Noto Sans TC"/>
                <a:cs typeface="Noto Sans TC"/>
              </a:defRPr>
            </a:lvl4pPr>
            <a:lvl5pPr>
              <a:defRPr sz="1725" b="1">
                <a:solidFill>
                  <a:srgbClr val="101818"/>
                </a:solidFill>
                <a:latin typeface="Noto Sans TC"/>
                <a:ea typeface="Noto Sans TC"/>
                <a:cs typeface="Noto Sans TC"/>
              </a:defRPr>
            </a:lvl5pPr>
            <a:lvl6pPr>
              <a:defRPr sz="1725" b="1">
                <a:solidFill>
                  <a:srgbClr val="101818"/>
                </a:solidFill>
                <a:latin typeface="Noto Sans TC"/>
                <a:ea typeface="Noto Sans TC"/>
                <a:cs typeface="Noto Sans TC"/>
              </a:defRPr>
            </a:lvl6pPr>
            <a:lvl7pPr>
              <a:defRPr sz="1725" b="1">
                <a:solidFill>
                  <a:srgbClr val="101818"/>
                </a:solidFill>
                <a:latin typeface="Noto Sans TC"/>
                <a:ea typeface="Noto Sans TC"/>
                <a:cs typeface="Noto Sans TC"/>
              </a:defRPr>
            </a:lvl7pPr>
            <a:lvl8pPr>
              <a:defRPr sz="1725" b="1">
                <a:solidFill>
                  <a:srgbClr val="101818"/>
                </a:solidFill>
                <a:latin typeface="Noto Sans TC"/>
                <a:ea typeface="Noto Sans TC"/>
                <a:cs typeface="Noto Sans TC"/>
              </a:defRPr>
            </a:lvl8pPr>
            <a:lvl9pPr>
              <a:defRPr sz="1725" b="1">
                <a:solidFill>
                  <a:srgbClr val="101818"/>
                </a:solidFill>
                <a:latin typeface="Noto Sans TC"/>
                <a:ea typeface="Noto Sans TC"/>
                <a:cs typeface="Noto Sans TC"/>
              </a:defRPr>
            </a:lvl9pPr>
          </a:lstStyle>
          <a:p>
            <a:pPr>
              <a:defRPr sz="1725" b="1">
                <a:solidFill>
                  <a:srgbClr val="101818"/>
                </a:solidFill>
                <a:latin typeface="Noto Sans TC"/>
                <a:ea typeface="Noto Sans TC"/>
                <a:cs typeface="Noto Sans TC"/>
              </a:defRPr>
            </a:pPr>
            <a:r>
              <a:rPr sz="2800" b="1" dirty="0">
                <a:solidFill>
                  <a:schemeClr val="bg1"/>
                </a:solidFill>
                <a:latin typeface="Noto Sans TC"/>
                <a:ea typeface="Noto Sans TC"/>
                <a:cs typeface="Noto Sans TC"/>
              </a:rPr>
              <a:t>0</a:t>
            </a:r>
            <a:r>
              <a:rPr lang="en-US" sz="2800" dirty="0">
                <a:solidFill>
                  <a:schemeClr val="bg1"/>
                </a:solidFill>
              </a:rPr>
              <a:t>3</a:t>
            </a:r>
            <a:endParaRPr sz="2800" b="1" dirty="0">
              <a:solidFill>
                <a:schemeClr val="bg1"/>
              </a:solidFill>
              <a:latin typeface="Noto Sans TC"/>
              <a:ea typeface="Noto Sans TC"/>
              <a:cs typeface="Noto Sans TC"/>
            </a:endParaRPr>
          </a:p>
        </p:txBody>
      </p:sp>
      <p:sp>
        <p:nvSpPr>
          <p:cNvPr id="34" name="text-8-量子晶片製程研發平台">
            <a:extLst>
              <a:ext uri="{FF2B5EF4-FFF2-40B4-BE49-F238E27FC236}">
                <a16:creationId xmlns:a16="http://schemas.microsoft.com/office/drawing/2014/main" id="{A6A6C9E6-5C73-A323-B1ED-4A9BF47A8AF2}"/>
              </a:ext>
            </a:extLst>
          </p:cNvPr>
          <p:cNvSpPr>
            <a:spLocks noGrp="1"/>
          </p:cNvSpPr>
          <p:nvPr/>
        </p:nvSpPr>
        <p:spPr>
          <a:xfrm>
            <a:off x="1149191" y="2777109"/>
            <a:ext cx="8026718" cy="507492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>
              <a:defRPr sz="2700" b="1">
                <a:solidFill>
                  <a:srgbClr val="101818"/>
                </a:solidFill>
                <a:latin typeface="Noto Sans TC"/>
                <a:ea typeface="Noto Sans TC"/>
                <a:cs typeface="Noto Sans TC"/>
              </a:defRPr>
            </a:defPPr>
            <a:lvl1pPr>
              <a:defRPr sz="2700" b="1">
                <a:solidFill>
                  <a:srgbClr val="101818"/>
                </a:solidFill>
                <a:latin typeface="Noto Sans TC"/>
                <a:ea typeface="Noto Sans TC"/>
                <a:cs typeface="Noto Sans TC"/>
              </a:defRPr>
            </a:lvl1pPr>
            <a:lvl2pPr>
              <a:defRPr sz="2700" b="1">
                <a:solidFill>
                  <a:srgbClr val="101818"/>
                </a:solidFill>
                <a:latin typeface="Noto Sans TC"/>
                <a:ea typeface="Noto Sans TC"/>
                <a:cs typeface="Noto Sans TC"/>
              </a:defRPr>
            </a:lvl2pPr>
            <a:lvl3pPr>
              <a:defRPr sz="2700" b="1">
                <a:solidFill>
                  <a:srgbClr val="101818"/>
                </a:solidFill>
                <a:latin typeface="Noto Sans TC"/>
                <a:ea typeface="Noto Sans TC"/>
                <a:cs typeface="Noto Sans TC"/>
              </a:defRPr>
            </a:lvl3pPr>
            <a:lvl4pPr>
              <a:defRPr sz="2700" b="1">
                <a:solidFill>
                  <a:srgbClr val="101818"/>
                </a:solidFill>
                <a:latin typeface="Noto Sans TC"/>
                <a:ea typeface="Noto Sans TC"/>
                <a:cs typeface="Noto Sans TC"/>
              </a:defRPr>
            </a:lvl4pPr>
            <a:lvl5pPr>
              <a:defRPr sz="2700" b="1">
                <a:solidFill>
                  <a:srgbClr val="101818"/>
                </a:solidFill>
                <a:latin typeface="Noto Sans TC"/>
                <a:ea typeface="Noto Sans TC"/>
                <a:cs typeface="Noto Sans TC"/>
              </a:defRPr>
            </a:lvl5pPr>
            <a:lvl6pPr>
              <a:defRPr sz="2700" b="1">
                <a:solidFill>
                  <a:srgbClr val="101818"/>
                </a:solidFill>
                <a:latin typeface="Noto Sans TC"/>
                <a:ea typeface="Noto Sans TC"/>
                <a:cs typeface="Noto Sans TC"/>
              </a:defRPr>
            </a:lvl6pPr>
            <a:lvl7pPr>
              <a:defRPr sz="2700" b="1">
                <a:solidFill>
                  <a:srgbClr val="101818"/>
                </a:solidFill>
                <a:latin typeface="Noto Sans TC"/>
                <a:ea typeface="Noto Sans TC"/>
                <a:cs typeface="Noto Sans TC"/>
              </a:defRPr>
            </a:lvl7pPr>
            <a:lvl8pPr>
              <a:defRPr sz="2700" b="1">
                <a:solidFill>
                  <a:srgbClr val="101818"/>
                </a:solidFill>
                <a:latin typeface="Noto Sans TC"/>
                <a:ea typeface="Noto Sans TC"/>
                <a:cs typeface="Noto Sans TC"/>
              </a:defRPr>
            </a:lvl8pPr>
            <a:lvl9pPr>
              <a:defRPr sz="2700" b="1">
                <a:solidFill>
                  <a:srgbClr val="101818"/>
                </a:solidFill>
                <a:latin typeface="Noto Sans TC"/>
                <a:ea typeface="Noto Sans TC"/>
                <a:cs typeface="Noto Sans TC"/>
              </a:defRPr>
            </a:lvl9pPr>
          </a:lstStyle>
          <a:p>
            <a:pPr>
              <a:defRPr sz="3225" b="1">
                <a:solidFill>
                  <a:srgbClr val="3A2336"/>
                </a:solidFill>
                <a:latin typeface="Noto Sans TC"/>
                <a:ea typeface="Noto Sans TC"/>
                <a:cs typeface="Noto Sans TC"/>
              </a:defRPr>
            </a:pPr>
            <a:r>
              <a:rPr lang="zh-TW" altLang="en-US" sz="4400" dirty="0">
                <a:solidFill>
                  <a:srgbClr val="FFFFFF"/>
                </a:solidFill>
              </a:rPr>
              <a:t>量子光電前瞻製程與精密分析設施</a:t>
            </a:r>
          </a:p>
          <a:p>
            <a:pPr>
              <a:defRPr sz="3225" b="1">
                <a:solidFill>
                  <a:srgbClr val="3A2336"/>
                </a:solidFill>
                <a:latin typeface="Noto Sans TC"/>
                <a:ea typeface="Noto Sans TC"/>
                <a:cs typeface="Noto Sans TC"/>
              </a:defRPr>
            </a:pPr>
            <a:endParaRPr lang="zh-TW" altLang="en-US" sz="4400" dirty="0">
              <a:solidFill>
                <a:srgbClr val="FFFFFF"/>
              </a:solidFill>
            </a:endParaRPr>
          </a:p>
        </p:txBody>
      </p:sp>
      <p:pic>
        <p:nvPicPr>
          <p:cNvPr id="36" name="圖片 35">
            <a:extLst>
              <a:ext uri="{FF2B5EF4-FFF2-40B4-BE49-F238E27FC236}">
                <a16:creationId xmlns:a16="http://schemas.microsoft.com/office/drawing/2014/main" id="{BEC8A39B-015B-2137-A3DA-59EFE900C9C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04603" y="4590975"/>
            <a:ext cx="6964530" cy="5223013"/>
          </a:xfrm>
          <a:prstGeom prst="rect">
            <a:avLst/>
          </a:prstGeom>
        </p:spPr>
      </p:pic>
      <p:sp>
        <p:nvSpPr>
          <p:cNvPr id="3" name="text-9-標準化 8 吋全自動製程，推動台灣">
            <a:extLst>
              <a:ext uri="{FF2B5EF4-FFF2-40B4-BE49-F238E27FC236}">
                <a16:creationId xmlns:a16="http://schemas.microsoft.com/office/drawing/2014/main" id="{D4A26C7D-ECB2-DA1C-2D51-809CA9471512}"/>
              </a:ext>
            </a:extLst>
          </p:cNvPr>
          <p:cNvSpPr>
            <a:spLocks noGrp="1"/>
          </p:cNvSpPr>
          <p:nvPr/>
        </p:nvSpPr>
        <p:spPr>
          <a:xfrm>
            <a:off x="5721577" y="3866914"/>
            <a:ext cx="3965348" cy="357424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>
              <a:defRPr sz="2250" b="0">
                <a:solidFill>
                  <a:srgbClr val="101818"/>
                </a:solidFill>
                <a:latin typeface="Noto Sans TC"/>
                <a:ea typeface="Noto Sans TC"/>
                <a:cs typeface="Noto Sans TC"/>
              </a:defRPr>
            </a:defPPr>
            <a:lvl1pPr>
              <a:defRPr sz="2250" b="0">
                <a:solidFill>
                  <a:srgbClr val="101818"/>
                </a:solidFill>
                <a:latin typeface="Noto Sans TC"/>
                <a:ea typeface="Noto Sans TC"/>
                <a:cs typeface="Noto Sans TC"/>
              </a:defRPr>
            </a:lvl1pPr>
            <a:lvl2pPr>
              <a:defRPr sz="2250" b="0">
                <a:solidFill>
                  <a:srgbClr val="101818"/>
                </a:solidFill>
                <a:latin typeface="Noto Sans TC"/>
                <a:ea typeface="Noto Sans TC"/>
                <a:cs typeface="Noto Sans TC"/>
              </a:defRPr>
            </a:lvl2pPr>
            <a:lvl3pPr>
              <a:defRPr sz="2250" b="0">
                <a:solidFill>
                  <a:srgbClr val="101818"/>
                </a:solidFill>
                <a:latin typeface="Noto Sans TC"/>
                <a:ea typeface="Noto Sans TC"/>
                <a:cs typeface="Noto Sans TC"/>
              </a:defRPr>
            </a:lvl3pPr>
            <a:lvl4pPr>
              <a:defRPr sz="2250" b="0">
                <a:solidFill>
                  <a:srgbClr val="101818"/>
                </a:solidFill>
                <a:latin typeface="Noto Sans TC"/>
                <a:ea typeface="Noto Sans TC"/>
                <a:cs typeface="Noto Sans TC"/>
              </a:defRPr>
            </a:lvl4pPr>
            <a:lvl5pPr>
              <a:defRPr sz="2250" b="0">
                <a:solidFill>
                  <a:srgbClr val="101818"/>
                </a:solidFill>
                <a:latin typeface="Noto Sans TC"/>
                <a:ea typeface="Noto Sans TC"/>
                <a:cs typeface="Noto Sans TC"/>
              </a:defRPr>
            </a:lvl5pPr>
            <a:lvl6pPr>
              <a:defRPr sz="2250" b="0">
                <a:solidFill>
                  <a:srgbClr val="101818"/>
                </a:solidFill>
                <a:latin typeface="Noto Sans TC"/>
                <a:ea typeface="Noto Sans TC"/>
                <a:cs typeface="Noto Sans TC"/>
              </a:defRPr>
            </a:lvl6pPr>
            <a:lvl7pPr>
              <a:defRPr sz="2250" b="0">
                <a:solidFill>
                  <a:srgbClr val="101818"/>
                </a:solidFill>
                <a:latin typeface="Noto Sans TC"/>
                <a:ea typeface="Noto Sans TC"/>
                <a:cs typeface="Noto Sans TC"/>
              </a:defRPr>
            </a:lvl7pPr>
            <a:lvl8pPr>
              <a:defRPr sz="2250" b="0">
                <a:solidFill>
                  <a:srgbClr val="101818"/>
                </a:solidFill>
                <a:latin typeface="Noto Sans TC"/>
                <a:ea typeface="Noto Sans TC"/>
                <a:cs typeface="Noto Sans TC"/>
              </a:defRPr>
            </a:lvl8pPr>
            <a:lvl9pPr>
              <a:defRPr sz="2250" b="0">
                <a:solidFill>
                  <a:srgbClr val="101818"/>
                </a:solidFill>
                <a:latin typeface="Noto Sans TC"/>
                <a:ea typeface="Noto Sans TC"/>
                <a:cs typeface="Noto Sans TC"/>
              </a:defRPr>
            </a:lvl9pPr>
          </a:lstStyle>
          <a:p>
            <a:pPr>
              <a:defRPr sz="2250" b="0">
                <a:solidFill>
                  <a:srgbClr val="101818"/>
                </a:solidFill>
                <a:latin typeface="Noto Sans TC"/>
                <a:ea typeface="Noto Sans TC"/>
                <a:cs typeface="Noto Sans TC"/>
              </a:defRPr>
            </a:pPr>
            <a:r>
              <a:rPr lang="zh-TW" altLang="zh-TW" sz="2000" dirty="0">
                <a:solidFill>
                  <a:schemeClr val="bg1"/>
                </a:solidFill>
              </a:rPr>
              <a:t>以光為媒介，探索量子科技新可能</a:t>
            </a:r>
            <a:endParaRPr lang="en-US" sz="2000" dirty="0">
              <a:solidFill>
                <a:schemeClr val="bg1"/>
              </a:solidFill>
            </a:endParaRPr>
          </a:p>
        </p:txBody>
      </p:sp>
      <p:sp>
        <p:nvSpPr>
          <p:cNvPr id="7" name="text-9-標準化 8 吋全自動製程，推動台灣">
            <a:extLst>
              <a:ext uri="{FF2B5EF4-FFF2-40B4-BE49-F238E27FC236}">
                <a16:creationId xmlns:a16="http://schemas.microsoft.com/office/drawing/2014/main" id="{C8A6B444-B0D7-F822-EC41-C5308F3DDAA6}"/>
              </a:ext>
            </a:extLst>
          </p:cNvPr>
          <p:cNvSpPr>
            <a:spLocks noGrp="1"/>
          </p:cNvSpPr>
          <p:nvPr/>
        </p:nvSpPr>
        <p:spPr>
          <a:xfrm>
            <a:off x="1149191" y="3720183"/>
            <a:ext cx="4191772" cy="357424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>
              <a:defRPr sz="2250" b="0">
                <a:solidFill>
                  <a:srgbClr val="101818"/>
                </a:solidFill>
                <a:latin typeface="Noto Sans TC"/>
                <a:ea typeface="Noto Sans TC"/>
                <a:cs typeface="Noto Sans TC"/>
              </a:defRPr>
            </a:defPPr>
            <a:lvl1pPr>
              <a:defRPr sz="2250" b="0">
                <a:solidFill>
                  <a:srgbClr val="101818"/>
                </a:solidFill>
                <a:latin typeface="Noto Sans TC"/>
                <a:ea typeface="Noto Sans TC"/>
                <a:cs typeface="Noto Sans TC"/>
              </a:defRPr>
            </a:lvl1pPr>
            <a:lvl2pPr>
              <a:defRPr sz="2250" b="0">
                <a:solidFill>
                  <a:srgbClr val="101818"/>
                </a:solidFill>
                <a:latin typeface="Noto Sans TC"/>
                <a:ea typeface="Noto Sans TC"/>
                <a:cs typeface="Noto Sans TC"/>
              </a:defRPr>
            </a:lvl2pPr>
            <a:lvl3pPr>
              <a:defRPr sz="2250" b="0">
                <a:solidFill>
                  <a:srgbClr val="101818"/>
                </a:solidFill>
                <a:latin typeface="Noto Sans TC"/>
                <a:ea typeface="Noto Sans TC"/>
                <a:cs typeface="Noto Sans TC"/>
              </a:defRPr>
            </a:lvl3pPr>
            <a:lvl4pPr>
              <a:defRPr sz="2250" b="0">
                <a:solidFill>
                  <a:srgbClr val="101818"/>
                </a:solidFill>
                <a:latin typeface="Noto Sans TC"/>
                <a:ea typeface="Noto Sans TC"/>
                <a:cs typeface="Noto Sans TC"/>
              </a:defRPr>
            </a:lvl4pPr>
            <a:lvl5pPr>
              <a:defRPr sz="2250" b="0">
                <a:solidFill>
                  <a:srgbClr val="101818"/>
                </a:solidFill>
                <a:latin typeface="Noto Sans TC"/>
                <a:ea typeface="Noto Sans TC"/>
                <a:cs typeface="Noto Sans TC"/>
              </a:defRPr>
            </a:lvl5pPr>
            <a:lvl6pPr>
              <a:defRPr sz="2250" b="0">
                <a:solidFill>
                  <a:srgbClr val="101818"/>
                </a:solidFill>
                <a:latin typeface="Noto Sans TC"/>
                <a:ea typeface="Noto Sans TC"/>
                <a:cs typeface="Noto Sans TC"/>
              </a:defRPr>
            </a:lvl6pPr>
            <a:lvl7pPr>
              <a:defRPr sz="2250" b="0">
                <a:solidFill>
                  <a:srgbClr val="101818"/>
                </a:solidFill>
                <a:latin typeface="Noto Sans TC"/>
                <a:ea typeface="Noto Sans TC"/>
                <a:cs typeface="Noto Sans TC"/>
              </a:defRPr>
            </a:lvl7pPr>
            <a:lvl8pPr>
              <a:defRPr sz="2250" b="0">
                <a:solidFill>
                  <a:srgbClr val="101818"/>
                </a:solidFill>
                <a:latin typeface="Noto Sans TC"/>
                <a:ea typeface="Noto Sans TC"/>
                <a:cs typeface="Noto Sans TC"/>
              </a:defRPr>
            </a:lvl8pPr>
            <a:lvl9pPr>
              <a:defRPr sz="2250" b="0">
                <a:solidFill>
                  <a:srgbClr val="101818"/>
                </a:solidFill>
                <a:latin typeface="Noto Sans TC"/>
                <a:ea typeface="Noto Sans TC"/>
                <a:cs typeface="Noto Sans TC"/>
              </a:defRPr>
            </a:lvl9pPr>
          </a:lstStyle>
          <a:p>
            <a:pPr>
              <a:defRPr sz="2250" b="0">
                <a:solidFill>
                  <a:srgbClr val="101818"/>
                </a:solidFill>
                <a:latin typeface="Noto Sans TC"/>
                <a:ea typeface="Noto Sans TC"/>
                <a:cs typeface="Noto Sans TC"/>
              </a:defRPr>
            </a:pPr>
            <a:r>
              <a:rPr lang="zh-TW" altLang="zh-TW" sz="2000" dirty="0">
                <a:solidFill>
                  <a:schemeClr val="bg1"/>
                </a:solidFill>
              </a:rPr>
              <a:t>QUANTUM PHOTONICS PROCESSING </a:t>
            </a:r>
            <a:endParaRPr lang="en-US" altLang="zh-TW" sz="2000" dirty="0">
              <a:solidFill>
                <a:schemeClr val="bg1"/>
              </a:solidFill>
            </a:endParaRPr>
          </a:p>
          <a:p>
            <a:pPr>
              <a:defRPr sz="2250" b="0">
                <a:solidFill>
                  <a:srgbClr val="101818"/>
                </a:solidFill>
                <a:latin typeface="Noto Sans TC"/>
                <a:ea typeface="Noto Sans TC"/>
                <a:cs typeface="Noto Sans TC"/>
              </a:defRPr>
            </a:pPr>
            <a:r>
              <a:rPr lang="zh-TW" altLang="zh-TW" sz="2000" dirty="0">
                <a:solidFill>
                  <a:schemeClr val="bg1"/>
                </a:solidFill>
              </a:rPr>
              <a:t>AND ADVANCED CHARACTERIZATION</a:t>
            </a:r>
            <a:endParaRPr lang="en-US" altLang="zh-TW" sz="2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412367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-1">
            <a:extLst>
              <a:ext uri="{FF2B5EF4-FFF2-40B4-BE49-F238E27FC236}">
                <a16:creationId xmlns:a16="http://schemas.microsoft.com/office/drawing/2014/main" id="{25D84122-1AB6-4CEF-9B24-0DD09F4A755C}"/>
              </a:ext>
            </a:extLst>
          </p:cNvPr>
          <p:cNvSpPr>
            <a:spLocks noGrp="1"/>
          </p:cNvSpPr>
          <p:nvPr/>
        </p:nvSpPr>
        <p:spPr>
          <a:xfrm>
            <a:off x="-15240" y="9700"/>
            <a:ext cx="10287000" cy="12858750"/>
          </a:xfrm>
          <a:prstGeom prst="rect">
            <a:avLst/>
          </a:prstGeom>
          <a:solidFill>
            <a:srgbClr val="E9FF59"/>
          </a:solidFill>
          <a:ln w="0">
            <a:noFill/>
          </a:ln>
        </p:spPr>
        <p:txBody>
          <a:bodyPr/>
          <a:lstStyle/>
          <a:p>
            <a:endParaRPr lang="zh-TW" altLang="en-US" dirty="0"/>
          </a:p>
        </p:txBody>
      </p:sp>
      <p:sp>
        <p:nvSpPr>
          <p:cNvPr id="8" name="rect-8">
            <a:extLst>
              <a:ext uri="{FF2B5EF4-FFF2-40B4-BE49-F238E27FC236}">
                <a16:creationId xmlns:a16="http://schemas.microsoft.com/office/drawing/2014/main" id="{FE743950-105C-4534-B463-FF37EF7DECB8}"/>
              </a:ext>
            </a:extLst>
          </p:cNvPr>
          <p:cNvSpPr>
            <a:spLocks noGrp="1"/>
          </p:cNvSpPr>
          <p:nvPr/>
        </p:nvSpPr>
        <p:spPr>
          <a:xfrm>
            <a:off x="0" y="8012432"/>
            <a:ext cx="10287000" cy="800100"/>
          </a:xfrm>
          <a:prstGeom prst="rect">
            <a:avLst/>
          </a:prstGeom>
          <a:solidFill>
            <a:srgbClr val="E9FF59"/>
          </a:solidFill>
          <a:ln w="0">
            <a:noFill/>
          </a:ln>
        </p:spPr>
      </p:sp>
      <p:sp>
        <p:nvSpPr>
          <p:cNvPr id="11" name="text-11-提供光電材料結構分析、高精密">
            <a:extLst>
              <a:ext uri="{FF2B5EF4-FFF2-40B4-BE49-F238E27FC236}">
                <a16:creationId xmlns:a16="http://schemas.microsoft.com/office/drawing/2014/main" id="{127C15C0-7ED9-4FEB-B198-DDDA9375DA38}"/>
              </a:ext>
            </a:extLst>
          </p:cNvPr>
          <p:cNvSpPr>
            <a:spLocks noGrp="1"/>
          </p:cNvSpPr>
          <p:nvPr/>
        </p:nvSpPr>
        <p:spPr>
          <a:xfrm>
            <a:off x="364850" y="10043350"/>
            <a:ext cx="8892233" cy="437007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>
              <a:defRPr sz="2325" b="0">
                <a:solidFill>
                  <a:srgbClr val="101010"/>
                </a:solidFill>
                <a:latin typeface="Noto Sans TC"/>
                <a:ea typeface="Noto Sans TC"/>
                <a:cs typeface="Noto Sans TC"/>
              </a:defRPr>
            </a:defPPr>
            <a:lvl1pPr>
              <a:defRPr sz="2325" b="0">
                <a:solidFill>
                  <a:srgbClr val="101010"/>
                </a:solidFill>
                <a:latin typeface="Noto Sans TC"/>
                <a:ea typeface="Noto Sans TC"/>
                <a:cs typeface="Noto Sans TC"/>
              </a:defRPr>
            </a:lvl1pPr>
            <a:lvl2pPr>
              <a:defRPr sz="2325" b="0">
                <a:solidFill>
                  <a:srgbClr val="101010"/>
                </a:solidFill>
                <a:latin typeface="Noto Sans TC"/>
                <a:ea typeface="Noto Sans TC"/>
                <a:cs typeface="Noto Sans TC"/>
              </a:defRPr>
            </a:lvl2pPr>
            <a:lvl3pPr>
              <a:defRPr sz="2325" b="0">
                <a:solidFill>
                  <a:srgbClr val="101010"/>
                </a:solidFill>
                <a:latin typeface="Noto Sans TC"/>
                <a:ea typeface="Noto Sans TC"/>
                <a:cs typeface="Noto Sans TC"/>
              </a:defRPr>
            </a:lvl3pPr>
            <a:lvl4pPr>
              <a:defRPr sz="2325" b="0">
                <a:solidFill>
                  <a:srgbClr val="101010"/>
                </a:solidFill>
                <a:latin typeface="Noto Sans TC"/>
                <a:ea typeface="Noto Sans TC"/>
                <a:cs typeface="Noto Sans TC"/>
              </a:defRPr>
            </a:lvl4pPr>
            <a:lvl5pPr>
              <a:defRPr sz="2325" b="0">
                <a:solidFill>
                  <a:srgbClr val="101010"/>
                </a:solidFill>
                <a:latin typeface="Noto Sans TC"/>
                <a:ea typeface="Noto Sans TC"/>
                <a:cs typeface="Noto Sans TC"/>
              </a:defRPr>
            </a:lvl5pPr>
            <a:lvl6pPr>
              <a:defRPr sz="2325" b="0">
                <a:solidFill>
                  <a:srgbClr val="101010"/>
                </a:solidFill>
                <a:latin typeface="Noto Sans TC"/>
                <a:ea typeface="Noto Sans TC"/>
                <a:cs typeface="Noto Sans TC"/>
              </a:defRPr>
            </a:lvl6pPr>
            <a:lvl7pPr>
              <a:defRPr sz="2325" b="0">
                <a:solidFill>
                  <a:srgbClr val="101010"/>
                </a:solidFill>
                <a:latin typeface="Noto Sans TC"/>
                <a:ea typeface="Noto Sans TC"/>
                <a:cs typeface="Noto Sans TC"/>
              </a:defRPr>
            </a:lvl7pPr>
            <a:lvl8pPr>
              <a:defRPr sz="2325" b="0">
                <a:solidFill>
                  <a:srgbClr val="101010"/>
                </a:solidFill>
                <a:latin typeface="Noto Sans TC"/>
                <a:ea typeface="Noto Sans TC"/>
                <a:cs typeface="Noto Sans TC"/>
              </a:defRPr>
            </a:lvl8pPr>
            <a:lvl9pPr>
              <a:defRPr sz="2325" b="0">
                <a:solidFill>
                  <a:srgbClr val="101010"/>
                </a:solidFill>
                <a:latin typeface="Noto Sans TC"/>
                <a:ea typeface="Noto Sans TC"/>
                <a:cs typeface="Noto Sans TC"/>
              </a:defRPr>
            </a:lvl9pPr>
          </a:lstStyle>
          <a:p>
            <a:pPr>
              <a:defRPr sz="2325" b="0">
                <a:solidFill>
                  <a:srgbClr val="101010"/>
                </a:solidFill>
                <a:latin typeface="Noto Sans TC"/>
                <a:ea typeface="Noto Sans TC"/>
                <a:cs typeface="Noto Sans TC"/>
              </a:defRPr>
            </a:pPr>
            <a:r>
              <a:rPr lang="zh-TW" altLang="zh-TW" sz="2400" dirty="0"/>
              <a:t>提供太陽能電池電性與量子效率量測，精準評估元件光電轉換效能</a:t>
            </a:r>
            <a:endParaRPr sz="2400" dirty="0">
              <a:solidFill>
                <a:srgbClr val="132821"/>
              </a:solidFill>
              <a:latin typeface="Noto Sans TC" panose="020B0200000000000000" pitchFamily="34" charset="-120"/>
              <a:ea typeface="Noto Sans TC" panose="020B0200000000000000" pitchFamily="34" charset="-120"/>
            </a:endParaRPr>
          </a:p>
        </p:txBody>
      </p:sp>
      <p:sp>
        <p:nvSpPr>
          <p:cNvPr id="12" name="text-12-元件電性量測與精密加工服務。">
            <a:extLst>
              <a:ext uri="{FF2B5EF4-FFF2-40B4-BE49-F238E27FC236}">
                <a16:creationId xmlns:a16="http://schemas.microsoft.com/office/drawing/2014/main" id="{A49761A6-5888-42AC-9FAA-B5CEDCB741A6}"/>
              </a:ext>
            </a:extLst>
          </p:cNvPr>
          <p:cNvSpPr>
            <a:spLocks noGrp="1"/>
          </p:cNvSpPr>
          <p:nvPr/>
        </p:nvSpPr>
        <p:spPr>
          <a:xfrm>
            <a:off x="364850" y="10751534"/>
            <a:ext cx="9184264" cy="437007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>
              <a:defRPr sz="2325" b="0">
                <a:solidFill>
                  <a:srgbClr val="101010"/>
                </a:solidFill>
                <a:latin typeface="Noto Sans TC"/>
                <a:ea typeface="Noto Sans TC"/>
                <a:cs typeface="Noto Sans TC"/>
              </a:defRPr>
            </a:defPPr>
            <a:lvl1pPr>
              <a:defRPr sz="2325" b="0">
                <a:solidFill>
                  <a:srgbClr val="101010"/>
                </a:solidFill>
                <a:latin typeface="Noto Sans TC"/>
                <a:ea typeface="Noto Sans TC"/>
                <a:cs typeface="Noto Sans TC"/>
              </a:defRPr>
            </a:lvl1pPr>
            <a:lvl2pPr>
              <a:defRPr sz="2325" b="0">
                <a:solidFill>
                  <a:srgbClr val="101010"/>
                </a:solidFill>
                <a:latin typeface="Noto Sans TC"/>
                <a:ea typeface="Noto Sans TC"/>
                <a:cs typeface="Noto Sans TC"/>
              </a:defRPr>
            </a:lvl2pPr>
            <a:lvl3pPr>
              <a:defRPr sz="2325" b="0">
                <a:solidFill>
                  <a:srgbClr val="101010"/>
                </a:solidFill>
                <a:latin typeface="Noto Sans TC"/>
                <a:ea typeface="Noto Sans TC"/>
                <a:cs typeface="Noto Sans TC"/>
              </a:defRPr>
            </a:lvl3pPr>
            <a:lvl4pPr>
              <a:defRPr sz="2325" b="0">
                <a:solidFill>
                  <a:srgbClr val="101010"/>
                </a:solidFill>
                <a:latin typeface="Noto Sans TC"/>
                <a:ea typeface="Noto Sans TC"/>
                <a:cs typeface="Noto Sans TC"/>
              </a:defRPr>
            </a:lvl4pPr>
            <a:lvl5pPr>
              <a:defRPr sz="2325" b="0">
                <a:solidFill>
                  <a:srgbClr val="101010"/>
                </a:solidFill>
                <a:latin typeface="Noto Sans TC"/>
                <a:ea typeface="Noto Sans TC"/>
                <a:cs typeface="Noto Sans TC"/>
              </a:defRPr>
            </a:lvl5pPr>
            <a:lvl6pPr>
              <a:defRPr sz="2325" b="0">
                <a:solidFill>
                  <a:srgbClr val="101010"/>
                </a:solidFill>
                <a:latin typeface="Noto Sans TC"/>
                <a:ea typeface="Noto Sans TC"/>
                <a:cs typeface="Noto Sans TC"/>
              </a:defRPr>
            </a:lvl6pPr>
            <a:lvl7pPr>
              <a:defRPr sz="2325" b="0">
                <a:solidFill>
                  <a:srgbClr val="101010"/>
                </a:solidFill>
                <a:latin typeface="Noto Sans TC"/>
                <a:ea typeface="Noto Sans TC"/>
                <a:cs typeface="Noto Sans TC"/>
              </a:defRPr>
            </a:lvl7pPr>
            <a:lvl8pPr>
              <a:defRPr sz="2325" b="0">
                <a:solidFill>
                  <a:srgbClr val="101010"/>
                </a:solidFill>
                <a:latin typeface="Noto Sans TC"/>
                <a:ea typeface="Noto Sans TC"/>
                <a:cs typeface="Noto Sans TC"/>
              </a:defRPr>
            </a:lvl8pPr>
            <a:lvl9pPr>
              <a:defRPr sz="2325" b="0">
                <a:solidFill>
                  <a:srgbClr val="101010"/>
                </a:solidFill>
                <a:latin typeface="Noto Sans TC"/>
                <a:ea typeface="Noto Sans TC"/>
                <a:cs typeface="Noto Sans TC"/>
              </a:defRPr>
            </a:lvl9pPr>
          </a:lstStyle>
          <a:p>
            <a:pPr>
              <a:defRPr sz="2325" b="0">
                <a:solidFill>
                  <a:srgbClr val="101010"/>
                </a:solidFill>
                <a:latin typeface="Noto Sans TC"/>
                <a:ea typeface="Noto Sans TC"/>
                <a:cs typeface="Noto Sans TC"/>
              </a:defRPr>
            </a:pPr>
            <a:r>
              <a:rPr lang="zh-TW" altLang="zh-TW" sz="2400" dirty="0"/>
              <a:t>整合薄膜結構分析與光學特性研究，支援先進太陽能材料及元件研發</a:t>
            </a:r>
            <a:endParaRPr sz="2400" dirty="0">
              <a:solidFill>
                <a:srgbClr val="132821"/>
              </a:solidFill>
              <a:latin typeface="Noto Sans TC" panose="020B0200000000000000" pitchFamily="34" charset="-120"/>
              <a:ea typeface="Noto Sans TC" panose="020B0200000000000000" pitchFamily="34" charset="-120"/>
            </a:endParaRPr>
          </a:p>
        </p:txBody>
      </p:sp>
      <p:sp>
        <p:nvSpPr>
          <p:cNvPr id="13" name="text-13-UV-Vis-NIR 光學分析 / I-V ">
            <a:extLst>
              <a:ext uri="{FF2B5EF4-FFF2-40B4-BE49-F238E27FC236}">
                <a16:creationId xmlns:a16="http://schemas.microsoft.com/office/drawing/2014/main" id="{4FE62617-A095-4225-8521-8A8D1D23E060}"/>
              </a:ext>
            </a:extLst>
          </p:cNvPr>
          <p:cNvSpPr>
            <a:spLocks noGrp="1"/>
          </p:cNvSpPr>
          <p:nvPr/>
        </p:nvSpPr>
        <p:spPr>
          <a:xfrm>
            <a:off x="364850" y="11459718"/>
            <a:ext cx="7290435" cy="33832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>
              <a:defRPr sz="1800" b="1">
                <a:solidFill>
                  <a:srgbClr val="101010"/>
                </a:solidFill>
                <a:latin typeface="Noto Sans TC"/>
                <a:ea typeface="Noto Sans TC"/>
                <a:cs typeface="Noto Sans TC"/>
              </a:defRPr>
            </a:defPPr>
            <a:lvl1pPr>
              <a:defRPr sz="1800" b="1">
                <a:solidFill>
                  <a:srgbClr val="101010"/>
                </a:solidFill>
                <a:latin typeface="Noto Sans TC"/>
                <a:ea typeface="Noto Sans TC"/>
                <a:cs typeface="Noto Sans TC"/>
              </a:defRPr>
            </a:lvl1pPr>
            <a:lvl2pPr>
              <a:defRPr sz="1800" b="1">
                <a:solidFill>
                  <a:srgbClr val="101010"/>
                </a:solidFill>
                <a:latin typeface="Noto Sans TC"/>
                <a:ea typeface="Noto Sans TC"/>
                <a:cs typeface="Noto Sans TC"/>
              </a:defRPr>
            </a:lvl2pPr>
            <a:lvl3pPr>
              <a:defRPr sz="1800" b="1">
                <a:solidFill>
                  <a:srgbClr val="101010"/>
                </a:solidFill>
                <a:latin typeface="Noto Sans TC"/>
                <a:ea typeface="Noto Sans TC"/>
                <a:cs typeface="Noto Sans TC"/>
              </a:defRPr>
            </a:lvl3pPr>
            <a:lvl4pPr>
              <a:defRPr sz="1800" b="1">
                <a:solidFill>
                  <a:srgbClr val="101010"/>
                </a:solidFill>
                <a:latin typeface="Noto Sans TC"/>
                <a:ea typeface="Noto Sans TC"/>
                <a:cs typeface="Noto Sans TC"/>
              </a:defRPr>
            </a:lvl4pPr>
            <a:lvl5pPr>
              <a:defRPr sz="1800" b="1">
                <a:solidFill>
                  <a:srgbClr val="101010"/>
                </a:solidFill>
                <a:latin typeface="Noto Sans TC"/>
                <a:ea typeface="Noto Sans TC"/>
                <a:cs typeface="Noto Sans TC"/>
              </a:defRPr>
            </a:lvl5pPr>
            <a:lvl6pPr>
              <a:defRPr sz="1800" b="1">
                <a:solidFill>
                  <a:srgbClr val="101010"/>
                </a:solidFill>
                <a:latin typeface="Noto Sans TC"/>
                <a:ea typeface="Noto Sans TC"/>
                <a:cs typeface="Noto Sans TC"/>
              </a:defRPr>
            </a:lvl6pPr>
            <a:lvl7pPr>
              <a:defRPr sz="1800" b="1">
                <a:solidFill>
                  <a:srgbClr val="101010"/>
                </a:solidFill>
                <a:latin typeface="Noto Sans TC"/>
                <a:ea typeface="Noto Sans TC"/>
                <a:cs typeface="Noto Sans TC"/>
              </a:defRPr>
            </a:lvl7pPr>
            <a:lvl8pPr>
              <a:defRPr sz="1800" b="1">
                <a:solidFill>
                  <a:srgbClr val="101010"/>
                </a:solidFill>
                <a:latin typeface="Noto Sans TC"/>
                <a:ea typeface="Noto Sans TC"/>
                <a:cs typeface="Noto Sans TC"/>
              </a:defRPr>
            </a:lvl8pPr>
            <a:lvl9pPr>
              <a:defRPr sz="1800" b="1">
                <a:solidFill>
                  <a:srgbClr val="101010"/>
                </a:solidFill>
                <a:latin typeface="Noto Sans TC"/>
                <a:ea typeface="Noto Sans TC"/>
                <a:cs typeface="Noto Sans TC"/>
              </a:defRPr>
            </a:lvl9pPr>
          </a:lstStyle>
          <a:p>
            <a:pPr>
              <a:defRPr sz="2325" b="0">
                <a:solidFill>
                  <a:srgbClr val="101010"/>
                </a:solidFill>
                <a:latin typeface="Noto Sans TC"/>
                <a:ea typeface="Noto Sans TC"/>
                <a:cs typeface="Noto Sans TC"/>
              </a:defRPr>
            </a:pPr>
            <a:r>
              <a:rPr lang="zh-TW" altLang="zh-TW" sz="2400" dirty="0"/>
              <a:t>#太陽能電池 / #光電轉換效率 / #薄膜分析 / #光學量測</a:t>
            </a:r>
            <a:endParaRPr sz="2400" b="0" dirty="0">
              <a:solidFill>
                <a:srgbClr val="132821"/>
              </a:solidFill>
              <a:latin typeface="Noto Sans TC" panose="020B0200000000000000" pitchFamily="34" charset="-120"/>
              <a:ea typeface="Noto Sans TC" panose="020B0200000000000000" pitchFamily="34" charset="-120"/>
            </a:endParaRPr>
          </a:p>
        </p:txBody>
      </p:sp>
      <p:sp>
        <p:nvSpPr>
          <p:cNvPr id="16" name="text-2-RCCI*">
            <a:extLst>
              <a:ext uri="{FF2B5EF4-FFF2-40B4-BE49-F238E27FC236}">
                <a16:creationId xmlns:a16="http://schemas.microsoft.com/office/drawing/2014/main" id="{EF4E9043-30EB-0BBB-D8F0-15A7738F06B4}"/>
              </a:ext>
            </a:extLst>
          </p:cNvPr>
          <p:cNvSpPr>
            <a:spLocks noGrp="1"/>
          </p:cNvSpPr>
          <p:nvPr/>
        </p:nvSpPr>
        <p:spPr>
          <a:xfrm>
            <a:off x="1111091" y="488442"/>
            <a:ext cx="6082189" cy="2481072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>
              <a:defRPr sz="13200" b="1">
                <a:solidFill>
                  <a:srgbClr val="101818"/>
                </a:solidFill>
                <a:latin typeface="Noto Sans TC"/>
                <a:ea typeface="Noto Sans TC"/>
                <a:cs typeface="Noto Sans TC"/>
              </a:defRPr>
            </a:defPPr>
            <a:lvl1pPr>
              <a:defRPr sz="13200" b="1">
                <a:solidFill>
                  <a:srgbClr val="101818"/>
                </a:solidFill>
                <a:latin typeface="Noto Sans TC"/>
                <a:ea typeface="Noto Sans TC"/>
                <a:cs typeface="Noto Sans TC"/>
              </a:defRPr>
            </a:lvl1pPr>
            <a:lvl2pPr>
              <a:defRPr sz="13200" b="1">
                <a:solidFill>
                  <a:srgbClr val="101818"/>
                </a:solidFill>
                <a:latin typeface="Noto Sans TC"/>
                <a:ea typeface="Noto Sans TC"/>
                <a:cs typeface="Noto Sans TC"/>
              </a:defRPr>
            </a:lvl2pPr>
            <a:lvl3pPr>
              <a:defRPr sz="13200" b="1">
                <a:solidFill>
                  <a:srgbClr val="101818"/>
                </a:solidFill>
                <a:latin typeface="Noto Sans TC"/>
                <a:ea typeface="Noto Sans TC"/>
                <a:cs typeface="Noto Sans TC"/>
              </a:defRPr>
            </a:lvl3pPr>
            <a:lvl4pPr>
              <a:defRPr sz="13200" b="1">
                <a:solidFill>
                  <a:srgbClr val="101818"/>
                </a:solidFill>
                <a:latin typeface="Noto Sans TC"/>
                <a:ea typeface="Noto Sans TC"/>
                <a:cs typeface="Noto Sans TC"/>
              </a:defRPr>
            </a:lvl4pPr>
            <a:lvl5pPr>
              <a:defRPr sz="13200" b="1">
                <a:solidFill>
                  <a:srgbClr val="101818"/>
                </a:solidFill>
                <a:latin typeface="Noto Sans TC"/>
                <a:ea typeface="Noto Sans TC"/>
                <a:cs typeface="Noto Sans TC"/>
              </a:defRPr>
            </a:lvl5pPr>
            <a:lvl6pPr>
              <a:defRPr sz="13200" b="1">
                <a:solidFill>
                  <a:srgbClr val="101818"/>
                </a:solidFill>
                <a:latin typeface="Noto Sans TC"/>
                <a:ea typeface="Noto Sans TC"/>
                <a:cs typeface="Noto Sans TC"/>
              </a:defRPr>
            </a:lvl6pPr>
            <a:lvl7pPr>
              <a:defRPr sz="13200" b="1">
                <a:solidFill>
                  <a:srgbClr val="101818"/>
                </a:solidFill>
                <a:latin typeface="Noto Sans TC"/>
                <a:ea typeface="Noto Sans TC"/>
                <a:cs typeface="Noto Sans TC"/>
              </a:defRPr>
            </a:lvl7pPr>
            <a:lvl8pPr>
              <a:defRPr sz="13200" b="1">
                <a:solidFill>
                  <a:srgbClr val="101818"/>
                </a:solidFill>
                <a:latin typeface="Noto Sans TC"/>
                <a:ea typeface="Noto Sans TC"/>
                <a:cs typeface="Noto Sans TC"/>
              </a:defRPr>
            </a:lvl8pPr>
            <a:lvl9pPr>
              <a:defRPr sz="13200" b="1">
                <a:solidFill>
                  <a:srgbClr val="101818"/>
                </a:solidFill>
                <a:latin typeface="Noto Sans TC"/>
                <a:ea typeface="Noto Sans TC"/>
                <a:cs typeface="Noto Sans TC"/>
              </a:defRPr>
            </a:lvl9pPr>
          </a:lstStyle>
          <a:p>
            <a:pPr>
              <a:defRPr sz="13200" b="1">
                <a:solidFill>
                  <a:srgbClr val="101818"/>
                </a:solidFill>
                <a:latin typeface="Noto Sans TC"/>
                <a:ea typeface="Noto Sans TC"/>
                <a:cs typeface="Noto Sans TC"/>
              </a:defRPr>
            </a:pPr>
            <a:r>
              <a:rPr lang="en-US" altLang="zh-TW" dirty="0" err="1">
                <a:solidFill>
                  <a:schemeClr val="tx1"/>
                </a:solidFill>
              </a:rPr>
              <a:t>SolAREM</a:t>
            </a:r>
            <a:endParaRPr sz="13200" b="1" dirty="0">
              <a:solidFill>
                <a:schemeClr val="tx1"/>
              </a:solidFill>
              <a:latin typeface="Noto Sans TC"/>
              <a:ea typeface="Noto Sans TC"/>
              <a:cs typeface="Noto Sans TC"/>
            </a:endParaRPr>
          </a:p>
        </p:txBody>
      </p:sp>
      <p:sp>
        <p:nvSpPr>
          <p:cNvPr id="18" name="text-4-VOL. 01">
            <a:extLst>
              <a:ext uri="{FF2B5EF4-FFF2-40B4-BE49-F238E27FC236}">
                <a16:creationId xmlns:a16="http://schemas.microsoft.com/office/drawing/2014/main" id="{C81950A8-AFD7-C214-BCB2-111A963A6167}"/>
              </a:ext>
            </a:extLst>
          </p:cNvPr>
          <p:cNvSpPr>
            <a:spLocks noGrp="1"/>
          </p:cNvSpPr>
          <p:nvPr/>
        </p:nvSpPr>
        <p:spPr>
          <a:xfrm>
            <a:off x="336612" y="1387617"/>
            <a:ext cx="539591" cy="28632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>
              <a:defRPr sz="1725" b="1">
                <a:solidFill>
                  <a:srgbClr val="101818"/>
                </a:solidFill>
                <a:latin typeface="Noto Sans TC"/>
                <a:ea typeface="Noto Sans TC"/>
                <a:cs typeface="Noto Sans TC"/>
              </a:defRPr>
            </a:defPPr>
            <a:lvl1pPr>
              <a:defRPr sz="1725" b="1">
                <a:solidFill>
                  <a:srgbClr val="101818"/>
                </a:solidFill>
                <a:latin typeface="Noto Sans TC"/>
                <a:ea typeface="Noto Sans TC"/>
                <a:cs typeface="Noto Sans TC"/>
              </a:defRPr>
            </a:lvl1pPr>
            <a:lvl2pPr>
              <a:defRPr sz="1725" b="1">
                <a:solidFill>
                  <a:srgbClr val="101818"/>
                </a:solidFill>
                <a:latin typeface="Noto Sans TC"/>
                <a:ea typeface="Noto Sans TC"/>
                <a:cs typeface="Noto Sans TC"/>
              </a:defRPr>
            </a:lvl2pPr>
            <a:lvl3pPr>
              <a:defRPr sz="1725" b="1">
                <a:solidFill>
                  <a:srgbClr val="101818"/>
                </a:solidFill>
                <a:latin typeface="Noto Sans TC"/>
                <a:ea typeface="Noto Sans TC"/>
                <a:cs typeface="Noto Sans TC"/>
              </a:defRPr>
            </a:lvl3pPr>
            <a:lvl4pPr>
              <a:defRPr sz="1725" b="1">
                <a:solidFill>
                  <a:srgbClr val="101818"/>
                </a:solidFill>
                <a:latin typeface="Noto Sans TC"/>
                <a:ea typeface="Noto Sans TC"/>
                <a:cs typeface="Noto Sans TC"/>
              </a:defRPr>
            </a:lvl4pPr>
            <a:lvl5pPr>
              <a:defRPr sz="1725" b="1">
                <a:solidFill>
                  <a:srgbClr val="101818"/>
                </a:solidFill>
                <a:latin typeface="Noto Sans TC"/>
                <a:ea typeface="Noto Sans TC"/>
                <a:cs typeface="Noto Sans TC"/>
              </a:defRPr>
            </a:lvl5pPr>
            <a:lvl6pPr>
              <a:defRPr sz="1725" b="1">
                <a:solidFill>
                  <a:srgbClr val="101818"/>
                </a:solidFill>
                <a:latin typeface="Noto Sans TC"/>
                <a:ea typeface="Noto Sans TC"/>
                <a:cs typeface="Noto Sans TC"/>
              </a:defRPr>
            </a:lvl6pPr>
            <a:lvl7pPr>
              <a:defRPr sz="1725" b="1">
                <a:solidFill>
                  <a:srgbClr val="101818"/>
                </a:solidFill>
                <a:latin typeface="Noto Sans TC"/>
                <a:ea typeface="Noto Sans TC"/>
                <a:cs typeface="Noto Sans TC"/>
              </a:defRPr>
            </a:lvl7pPr>
            <a:lvl8pPr>
              <a:defRPr sz="1725" b="1">
                <a:solidFill>
                  <a:srgbClr val="101818"/>
                </a:solidFill>
                <a:latin typeface="Noto Sans TC"/>
                <a:ea typeface="Noto Sans TC"/>
                <a:cs typeface="Noto Sans TC"/>
              </a:defRPr>
            </a:lvl8pPr>
            <a:lvl9pPr>
              <a:defRPr sz="1725" b="1">
                <a:solidFill>
                  <a:srgbClr val="101818"/>
                </a:solidFill>
                <a:latin typeface="Noto Sans TC"/>
                <a:ea typeface="Noto Sans TC"/>
                <a:cs typeface="Noto Sans TC"/>
              </a:defRPr>
            </a:lvl9pPr>
          </a:lstStyle>
          <a:p>
            <a:pPr>
              <a:defRPr sz="1725" b="1">
                <a:solidFill>
                  <a:srgbClr val="101818"/>
                </a:solidFill>
                <a:latin typeface="Noto Sans TC"/>
                <a:ea typeface="Noto Sans TC"/>
                <a:cs typeface="Noto Sans TC"/>
              </a:defRPr>
            </a:pPr>
            <a:r>
              <a:rPr sz="2800" b="1" dirty="0">
                <a:solidFill>
                  <a:schemeClr val="tx1"/>
                </a:solidFill>
                <a:latin typeface="Noto Sans TC"/>
                <a:ea typeface="Noto Sans TC"/>
                <a:cs typeface="Noto Sans TC"/>
              </a:rPr>
              <a:t>0</a:t>
            </a:r>
            <a:r>
              <a:rPr lang="en-US" sz="2800" b="1" dirty="0">
                <a:solidFill>
                  <a:schemeClr val="tx1"/>
                </a:solidFill>
                <a:latin typeface="Noto Sans TC"/>
                <a:ea typeface="Noto Sans TC"/>
                <a:cs typeface="Noto Sans TC"/>
              </a:rPr>
              <a:t>4</a:t>
            </a:r>
            <a:endParaRPr sz="2800" b="1" dirty="0">
              <a:solidFill>
                <a:schemeClr val="tx1"/>
              </a:solidFill>
              <a:latin typeface="Noto Sans TC"/>
              <a:ea typeface="Noto Sans TC"/>
              <a:cs typeface="Noto Sans TC"/>
            </a:endParaRPr>
          </a:p>
        </p:txBody>
      </p:sp>
      <p:sp>
        <p:nvSpPr>
          <p:cNvPr id="20" name="text-8-量子晶片製程研發平台">
            <a:extLst>
              <a:ext uri="{FF2B5EF4-FFF2-40B4-BE49-F238E27FC236}">
                <a16:creationId xmlns:a16="http://schemas.microsoft.com/office/drawing/2014/main" id="{1F0B4FFE-9950-46C9-6561-62DD20ABE45E}"/>
              </a:ext>
            </a:extLst>
          </p:cNvPr>
          <p:cNvSpPr>
            <a:spLocks noGrp="1"/>
          </p:cNvSpPr>
          <p:nvPr/>
        </p:nvSpPr>
        <p:spPr>
          <a:xfrm>
            <a:off x="876203" y="3646170"/>
            <a:ext cx="9137809" cy="800099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>
              <a:defRPr sz="2700" b="1">
                <a:solidFill>
                  <a:srgbClr val="101818"/>
                </a:solidFill>
                <a:latin typeface="Noto Sans TC"/>
                <a:ea typeface="Noto Sans TC"/>
                <a:cs typeface="Noto Sans TC"/>
              </a:defRPr>
            </a:defPPr>
            <a:lvl1pPr>
              <a:defRPr sz="2700" b="1">
                <a:solidFill>
                  <a:srgbClr val="101818"/>
                </a:solidFill>
                <a:latin typeface="Noto Sans TC"/>
                <a:ea typeface="Noto Sans TC"/>
                <a:cs typeface="Noto Sans TC"/>
              </a:defRPr>
            </a:lvl1pPr>
            <a:lvl2pPr>
              <a:defRPr sz="2700" b="1">
                <a:solidFill>
                  <a:srgbClr val="101818"/>
                </a:solidFill>
                <a:latin typeface="Noto Sans TC"/>
                <a:ea typeface="Noto Sans TC"/>
                <a:cs typeface="Noto Sans TC"/>
              </a:defRPr>
            </a:lvl2pPr>
            <a:lvl3pPr>
              <a:defRPr sz="2700" b="1">
                <a:solidFill>
                  <a:srgbClr val="101818"/>
                </a:solidFill>
                <a:latin typeface="Noto Sans TC"/>
                <a:ea typeface="Noto Sans TC"/>
                <a:cs typeface="Noto Sans TC"/>
              </a:defRPr>
            </a:lvl3pPr>
            <a:lvl4pPr>
              <a:defRPr sz="2700" b="1">
                <a:solidFill>
                  <a:srgbClr val="101818"/>
                </a:solidFill>
                <a:latin typeface="Noto Sans TC"/>
                <a:ea typeface="Noto Sans TC"/>
                <a:cs typeface="Noto Sans TC"/>
              </a:defRPr>
            </a:lvl4pPr>
            <a:lvl5pPr>
              <a:defRPr sz="2700" b="1">
                <a:solidFill>
                  <a:srgbClr val="101818"/>
                </a:solidFill>
                <a:latin typeface="Noto Sans TC"/>
                <a:ea typeface="Noto Sans TC"/>
                <a:cs typeface="Noto Sans TC"/>
              </a:defRPr>
            </a:lvl5pPr>
            <a:lvl6pPr>
              <a:defRPr sz="2700" b="1">
                <a:solidFill>
                  <a:srgbClr val="101818"/>
                </a:solidFill>
                <a:latin typeface="Noto Sans TC"/>
                <a:ea typeface="Noto Sans TC"/>
                <a:cs typeface="Noto Sans TC"/>
              </a:defRPr>
            </a:lvl6pPr>
            <a:lvl7pPr>
              <a:defRPr sz="2700" b="1">
                <a:solidFill>
                  <a:srgbClr val="101818"/>
                </a:solidFill>
                <a:latin typeface="Noto Sans TC"/>
                <a:ea typeface="Noto Sans TC"/>
                <a:cs typeface="Noto Sans TC"/>
              </a:defRPr>
            </a:lvl7pPr>
            <a:lvl8pPr>
              <a:defRPr sz="2700" b="1">
                <a:solidFill>
                  <a:srgbClr val="101818"/>
                </a:solidFill>
                <a:latin typeface="Noto Sans TC"/>
                <a:ea typeface="Noto Sans TC"/>
                <a:cs typeface="Noto Sans TC"/>
              </a:defRPr>
            </a:lvl8pPr>
            <a:lvl9pPr>
              <a:defRPr sz="2700" b="1">
                <a:solidFill>
                  <a:srgbClr val="101818"/>
                </a:solidFill>
                <a:latin typeface="Noto Sans TC"/>
                <a:ea typeface="Noto Sans TC"/>
                <a:cs typeface="Noto Sans TC"/>
              </a:defRPr>
            </a:lvl9pPr>
          </a:lstStyle>
          <a:p>
            <a:pPr>
              <a:defRPr sz="3225" b="1">
                <a:solidFill>
                  <a:srgbClr val="3A2336"/>
                </a:solidFill>
                <a:latin typeface="Noto Sans TC"/>
                <a:ea typeface="Noto Sans TC"/>
                <a:cs typeface="Noto Sans TC"/>
              </a:defRPr>
            </a:pPr>
            <a:endParaRPr lang="zh-TW" altLang="en-US" sz="4800" dirty="0">
              <a:solidFill>
                <a:srgbClr val="FFFFFF"/>
              </a:solidFill>
            </a:endParaRPr>
          </a:p>
        </p:txBody>
      </p:sp>
      <p:sp>
        <p:nvSpPr>
          <p:cNvPr id="22" name="text-8-量子晶片製程研發平台">
            <a:extLst>
              <a:ext uri="{FF2B5EF4-FFF2-40B4-BE49-F238E27FC236}">
                <a16:creationId xmlns:a16="http://schemas.microsoft.com/office/drawing/2014/main" id="{088141F3-A35F-7D47-DC0A-62DE9C4DA0FB}"/>
              </a:ext>
            </a:extLst>
          </p:cNvPr>
          <p:cNvSpPr>
            <a:spLocks noGrp="1"/>
          </p:cNvSpPr>
          <p:nvPr/>
        </p:nvSpPr>
        <p:spPr>
          <a:xfrm>
            <a:off x="1149191" y="2777109"/>
            <a:ext cx="3531870" cy="507492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>
              <a:defRPr sz="2700" b="1">
                <a:solidFill>
                  <a:srgbClr val="101818"/>
                </a:solidFill>
                <a:latin typeface="Noto Sans TC"/>
                <a:ea typeface="Noto Sans TC"/>
                <a:cs typeface="Noto Sans TC"/>
              </a:defRPr>
            </a:defPPr>
            <a:lvl1pPr>
              <a:defRPr sz="2700" b="1">
                <a:solidFill>
                  <a:srgbClr val="101818"/>
                </a:solidFill>
                <a:latin typeface="Noto Sans TC"/>
                <a:ea typeface="Noto Sans TC"/>
                <a:cs typeface="Noto Sans TC"/>
              </a:defRPr>
            </a:lvl1pPr>
            <a:lvl2pPr>
              <a:defRPr sz="2700" b="1">
                <a:solidFill>
                  <a:srgbClr val="101818"/>
                </a:solidFill>
                <a:latin typeface="Noto Sans TC"/>
                <a:ea typeface="Noto Sans TC"/>
                <a:cs typeface="Noto Sans TC"/>
              </a:defRPr>
            </a:lvl2pPr>
            <a:lvl3pPr>
              <a:defRPr sz="2700" b="1">
                <a:solidFill>
                  <a:srgbClr val="101818"/>
                </a:solidFill>
                <a:latin typeface="Noto Sans TC"/>
                <a:ea typeface="Noto Sans TC"/>
                <a:cs typeface="Noto Sans TC"/>
              </a:defRPr>
            </a:lvl3pPr>
            <a:lvl4pPr>
              <a:defRPr sz="2700" b="1">
                <a:solidFill>
                  <a:srgbClr val="101818"/>
                </a:solidFill>
                <a:latin typeface="Noto Sans TC"/>
                <a:ea typeface="Noto Sans TC"/>
                <a:cs typeface="Noto Sans TC"/>
              </a:defRPr>
            </a:lvl4pPr>
            <a:lvl5pPr>
              <a:defRPr sz="2700" b="1">
                <a:solidFill>
                  <a:srgbClr val="101818"/>
                </a:solidFill>
                <a:latin typeface="Noto Sans TC"/>
                <a:ea typeface="Noto Sans TC"/>
                <a:cs typeface="Noto Sans TC"/>
              </a:defRPr>
            </a:lvl5pPr>
            <a:lvl6pPr>
              <a:defRPr sz="2700" b="1">
                <a:solidFill>
                  <a:srgbClr val="101818"/>
                </a:solidFill>
                <a:latin typeface="Noto Sans TC"/>
                <a:ea typeface="Noto Sans TC"/>
                <a:cs typeface="Noto Sans TC"/>
              </a:defRPr>
            </a:lvl6pPr>
            <a:lvl7pPr>
              <a:defRPr sz="2700" b="1">
                <a:solidFill>
                  <a:srgbClr val="101818"/>
                </a:solidFill>
                <a:latin typeface="Noto Sans TC"/>
                <a:ea typeface="Noto Sans TC"/>
                <a:cs typeface="Noto Sans TC"/>
              </a:defRPr>
            </a:lvl7pPr>
            <a:lvl8pPr>
              <a:defRPr sz="2700" b="1">
                <a:solidFill>
                  <a:srgbClr val="101818"/>
                </a:solidFill>
                <a:latin typeface="Noto Sans TC"/>
                <a:ea typeface="Noto Sans TC"/>
                <a:cs typeface="Noto Sans TC"/>
              </a:defRPr>
            </a:lvl8pPr>
            <a:lvl9pPr>
              <a:defRPr sz="2700" b="1">
                <a:solidFill>
                  <a:srgbClr val="101818"/>
                </a:solidFill>
                <a:latin typeface="Noto Sans TC"/>
                <a:ea typeface="Noto Sans TC"/>
                <a:cs typeface="Noto Sans TC"/>
              </a:defRPr>
            </a:lvl9pPr>
          </a:lstStyle>
          <a:p>
            <a:pPr>
              <a:defRPr sz="3225" b="1">
                <a:solidFill>
                  <a:srgbClr val="3A2336"/>
                </a:solidFill>
                <a:latin typeface="Noto Sans TC"/>
                <a:ea typeface="Noto Sans TC"/>
                <a:cs typeface="Noto Sans TC"/>
              </a:defRPr>
            </a:pPr>
            <a:r>
              <a:rPr lang="zh-TW" altLang="en-US" sz="4800" dirty="0">
                <a:solidFill>
                  <a:schemeClr val="tx1"/>
                </a:solidFill>
              </a:rPr>
              <a:t>先進太陽能電池研發與量測設施</a:t>
            </a:r>
          </a:p>
        </p:txBody>
      </p:sp>
      <p:pic>
        <p:nvPicPr>
          <p:cNvPr id="24" name="圖片 23">
            <a:extLst>
              <a:ext uri="{FF2B5EF4-FFF2-40B4-BE49-F238E27FC236}">
                <a16:creationId xmlns:a16="http://schemas.microsoft.com/office/drawing/2014/main" id="{5002F3B2-CED4-DDEB-2A92-2707366975E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895" y="4641482"/>
            <a:ext cx="7691660" cy="5127773"/>
          </a:xfrm>
          <a:prstGeom prst="rect">
            <a:avLst/>
          </a:prstGeom>
        </p:spPr>
      </p:pic>
      <p:sp>
        <p:nvSpPr>
          <p:cNvPr id="3" name="text-9-標準化 8 吋全自動製程，推動台灣">
            <a:extLst>
              <a:ext uri="{FF2B5EF4-FFF2-40B4-BE49-F238E27FC236}">
                <a16:creationId xmlns:a16="http://schemas.microsoft.com/office/drawing/2014/main" id="{F4E27B5A-DCE3-EE91-7CE6-2DD68C5A69CB}"/>
              </a:ext>
            </a:extLst>
          </p:cNvPr>
          <p:cNvSpPr>
            <a:spLocks noGrp="1"/>
          </p:cNvSpPr>
          <p:nvPr/>
        </p:nvSpPr>
        <p:spPr>
          <a:xfrm>
            <a:off x="5534156" y="4133027"/>
            <a:ext cx="4565422" cy="50291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>
              <a:defRPr sz="2250" b="0">
                <a:solidFill>
                  <a:srgbClr val="101818"/>
                </a:solidFill>
                <a:latin typeface="Noto Sans TC"/>
                <a:ea typeface="Noto Sans TC"/>
                <a:cs typeface="Noto Sans TC"/>
              </a:defRPr>
            </a:defPPr>
            <a:lvl1pPr>
              <a:defRPr sz="2250" b="0">
                <a:solidFill>
                  <a:srgbClr val="101818"/>
                </a:solidFill>
                <a:latin typeface="Noto Sans TC"/>
                <a:ea typeface="Noto Sans TC"/>
                <a:cs typeface="Noto Sans TC"/>
              </a:defRPr>
            </a:lvl1pPr>
            <a:lvl2pPr>
              <a:defRPr sz="2250" b="0">
                <a:solidFill>
                  <a:srgbClr val="101818"/>
                </a:solidFill>
                <a:latin typeface="Noto Sans TC"/>
                <a:ea typeface="Noto Sans TC"/>
                <a:cs typeface="Noto Sans TC"/>
              </a:defRPr>
            </a:lvl2pPr>
            <a:lvl3pPr>
              <a:defRPr sz="2250" b="0">
                <a:solidFill>
                  <a:srgbClr val="101818"/>
                </a:solidFill>
                <a:latin typeface="Noto Sans TC"/>
                <a:ea typeface="Noto Sans TC"/>
                <a:cs typeface="Noto Sans TC"/>
              </a:defRPr>
            </a:lvl3pPr>
            <a:lvl4pPr>
              <a:defRPr sz="2250" b="0">
                <a:solidFill>
                  <a:srgbClr val="101818"/>
                </a:solidFill>
                <a:latin typeface="Noto Sans TC"/>
                <a:ea typeface="Noto Sans TC"/>
                <a:cs typeface="Noto Sans TC"/>
              </a:defRPr>
            </a:lvl4pPr>
            <a:lvl5pPr>
              <a:defRPr sz="2250" b="0">
                <a:solidFill>
                  <a:srgbClr val="101818"/>
                </a:solidFill>
                <a:latin typeface="Noto Sans TC"/>
                <a:ea typeface="Noto Sans TC"/>
                <a:cs typeface="Noto Sans TC"/>
              </a:defRPr>
            </a:lvl5pPr>
            <a:lvl6pPr>
              <a:defRPr sz="2250" b="0">
                <a:solidFill>
                  <a:srgbClr val="101818"/>
                </a:solidFill>
                <a:latin typeface="Noto Sans TC"/>
                <a:ea typeface="Noto Sans TC"/>
                <a:cs typeface="Noto Sans TC"/>
              </a:defRPr>
            </a:lvl6pPr>
            <a:lvl7pPr>
              <a:defRPr sz="2250" b="0">
                <a:solidFill>
                  <a:srgbClr val="101818"/>
                </a:solidFill>
                <a:latin typeface="Noto Sans TC"/>
                <a:ea typeface="Noto Sans TC"/>
                <a:cs typeface="Noto Sans TC"/>
              </a:defRPr>
            </a:lvl7pPr>
            <a:lvl8pPr>
              <a:defRPr sz="2250" b="0">
                <a:solidFill>
                  <a:srgbClr val="101818"/>
                </a:solidFill>
                <a:latin typeface="Noto Sans TC"/>
                <a:ea typeface="Noto Sans TC"/>
                <a:cs typeface="Noto Sans TC"/>
              </a:defRPr>
            </a:lvl8pPr>
            <a:lvl9pPr>
              <a:defRPr sz="2250" b="0">
                <a:solidFill>
                  <a:srgbClr val="101818"/>
                </a:solidFill>
                <a:latin typeface="Noto Sans TC"/>
                <a:ea typeface="Noto Sans TC"/>
                <a:cs typeface="Noto Sans TC"/>
              </a:defRPr>
            </a:lvl9pPr>
          </a:lstStyle>
          <a:p>
            <a:pPr>
              <a:defRPr sz="2250" b="0">
                <a:solidFill>
                  <a:srgbClr val="101818"/>
                </a:solidFill>
                <a:latin typeface="Noto Sans TC"/>
                <a:ea typeface="Noto Sans TC"/>
                <a:cs typeface="Noto Sans TC"/>
              </a:defRPr>
            </a:pPr>
            <a:r>
              <a:rPr lang="zh-TW" altLang="zh-TW" sz="2400" dirty="0"/>
              <a:t>突破光電轉換極限，點亮綠能未來</a:t>
            </a:r>
            <a:endParaRPr lang="en-US" sz="2400" dirty="0">
              <a:solidFill>
                <a:schemeClr val="bg1"/>
              </a:solidFill>
            </a:endParaRPr>
          </a:p>
        </p:txBody>
      </p:sp>
      <p:sp>
        <p:nvSpPr>
          <p:cNvPr id="5" name="text-9-標準化 8 吋全自動製程，推動台灣">
            <a:extLst>
              <a:ext uri="{FF2B5EF4-FFF2-40B4-BE49-F238E27FC236}">
                <a16:creationId xmlns:a16="http://schemas.microsoft.com/office/drawing/2014/main" id="{1CBEB6C1-CABF-CB7D-E6DE-27CCC0A545DB}"/>
              </a:ext>
            </a:extLst>
          </p:cNvPr>
          <p:cNvSpPr>
            <a:spLocks noGrp="1"/>
          </p:cNvSpPr>
          <p:nvPr/>
        </p:nvSpPr>
        <p:spPr>
          <a:xfrm>
            <a:off x="1149191" y="3720183"/>
            <a:ext cx="4191772" cy="357424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>
              <a:defRPr sz="2250" b="0">
                <a:solidFill>
                  <a:srgbClr val="101818"/>
                </a:solidFill>
                <a:latin typeface="Noto Sans TC"/>
                <a:ea typeface="Noto Sans TC"/>
                <a:cs typeface="Noto Sans TC"/>
              </a:defRPr>
            </a:defPPr>
            <a:lvl1pPr>
              <a:defRPr sz="2250" b="0">
                <a:solidFill>
                  <a:srgbClr val="101818"/>
                </a:solidFill>
                <a:latin typeface="Noto Sans TC"/>
                <a:ea typeface="Noto Sans TC"/>
                <a:cs typeface="Noto Sans TC"/>
              </a:defRPr>
            </a:lvl1pPr>
            <a:lvl2pPr>
              <a:defRPr sz="2250" b="0">
                <a:solidFill>
                  <a:srgbClr val="101818"/>
                </a:solidFill>
                <a:latin typeface="Noto Sans TC"/>
                <a:ea typeface="Noto Sans TC"/>
                <a:cs typeface="Noto Sans TC"/>
              </a:defRPr>
            </a:lvl2pPr>
            <a:lvl3pPr>
              <a:defRPr sz="2250" b="0">
                <a:solidFill>
                  <a:srgbClr val="101818"/>
                </a:solidFill>
                <a:latin typeface="Noto Sans TC"/>
                <a:ea typeface="Noto Sans TC"/>
                <a:cs typeface="Noto Sans TC"/>
              </a:defRPr>
            </a:lvl3pPr>
            <a:lvl4pPr>
              <a:defRPr sz="2250" b="0">
                <a:solidFill>
                  <a:srgbClr val="101818"/>
                </a:solidFill>
                <a:latin typeface="Noto Sans TC"/>
                <a:ea typeface="Noto Sans TC"/>
                <a:cs typeface="Noto Sans TC"/>
              </a:defRPr>
            </a:lvl4pPr>
            <a:lvl5pPr>
              <a:defRPr sz="2250" b="0">
                <a:solidFill>
                  <a:srgbClr val="101818"/>
                </a:solidFill>
                <a:latin typeface="Noto Sans TC"/>
                <a:ea typeface="Noto Sans TC"/>
                <a:cs typeface="Noto Sans TC"/>
              </a:defRPr>
            </a:lvl5pPr>
            <a:lvl6pPr>
              <a:defRPr sz="2250" b="0">
                <a:solidFill>
                  <a:srgbClr val="101818"/>
                </a:solidFill>
                <a:latin typeface="Noto Sans TC"/>
                <a:ea typeface="Noto Sans TC"/>
                <a:cs typeface="Noto Sans TC"/>
              </a:defRPr>
            </a:lvl6pPr>
            <a:lvl7pPr>
              <a:defRPr sz="2250" b="0">
                <a:solidFill>
                  <a:srgbClr val="101818"/>
                </a:solidFill>
                <a:latin typeface="Noto Sans TC"/>
                <a:ea typeface="Noto Sans TC"/>
                <a:cs typeface="Noto Sans TC"/>
              </a:defRPr>
            </a:lvl7pPr>
            <a:lvl8pPr>
              <a:defRPr sz="2250" b="0">
                <a:solidFill>
                  <a:srgbClr val="101818"/>
                </a:solidFill>
                <a:latin typeface="Noto Sans TC"/>
                <a:ea typeface="Noto Sans TC"/>
                <a:cs typeface="Noto Sans TC"/>
              </a:defRPr>
            </a:lvl8pPr>
            <a:lvl9pPr>
              <a:defRPr sz="2250" b="0">
                <a:solidFill>
                  <a:srgbClr val="101818"/>
                </a:solidFill>
                <a:latin typeface="Noto Sans TC"/>
                <a:ea typeface="Noto Sans TC"/>
                <a:cs typeface="Noto Sans TC"/>
              </a:defRPr>
            </a:lvl9pPr>
          </a:lstStyle>
          <a:p>
            <a:pPr>
              <a:defRPr sz="2250" b="0">
                <a:solidFill>
                  <a:srgbClr val="101818"/>
                </a:solidFill>
                <a:latin typeface="Noto Sans TC"/>
                <a:ea typeface="Noto Sans TC"/>
                <a:cs typeface="Noto Sans TC"/>
              </a:defRPr>
            </a:pPr>
            <a:r>
              <a:rPr lang="en-US" altLang="zh-TW" sz="2000" dirty="0">
                <a:solidFill>
                  <a:schemeClr val="tx1"/>
                </a:solidFill>
              </a:rPr>
              <a:t>Solar-cell Advanced Research and Efficiency Measurement</a:t>
            </a:r>
            <a:endParaRPr lang="en-US" altLang="zh-TW" sz="2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408766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AF7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-1">
            <a:extLst>
              <a:ext uri="{FF2B5EF4-FFF2-40B4-BE49-F238E27FC236}">
                <a16:creationId xmlns:a16="http://schemas.microsoft.com/office/drawing/2014/main" id="{9D2070C4-3B7B-297C-D148-6FD6E4F89C4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0287000" cy="12858750"/>
          </a:xfrm>
          <a:prstGeom prst="rect">
            <a:avLst/>
          </a:prstGeom>
          <a:solidFill>
            <a:srgbClr val="B7D8CE"/>
          </a:solidFill>
          <a:ln w="0">
            <a:noFill/>
          </a:ln>
        </p:spPr>
      </p:sp>
      <p:pic>
        <p:nvPicPr>
          <p:cNvPr id="11" name="圖片 10">
            <a:extLst>
              <a:ext uri="{FF2B5EF4-FFF2-40B4-BE49-F238E27FC236}">
                <a16:creationId xmlns:a16="http://schemas.microsoft.com/office/drawing/2014/main" id="{FF1B3CA3-3AB4-4126-9285-97D6F854A58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2311" b="22311"/>
          <a:stretch>
            <a:fillRect/>
          </a:stretch>
        </p:blipFill>
        <p:spPr>
          <a:xfrm>
            <a:off x="0" y="4606665"/>
            <a:ext cx="10287000" cy="4368747"/>
          </a:xfrm>
          <a:prstGeom prst="rect">
            <a:avLst/>
          </a:prstGeom>
        </p:spPr>
      </p:pic>
      <p:sp>
        <p:nvSpPr>
          <p:cNvPr id="24" name="text-2-RCCI*">
            <a:extLst>
              <a:ext uri="{FF2B5EF4-FFF2-40B4-BE49-F238E27FC236}">
                <a16:creationId xmlns:a16="http://schemas.microsoft.com/office/drawing/2014/main" id="{4E1B0AAB-E2DC-C741-6599-0117452FBA53}"/>
              </a:ext>
            </a:extLst>
          </p:cNvPr>
          <p:cNvSpPr>
            <a:spLocks noGrp="1"/>
          </p:cNvSpPr>
          <p:nvPr/>
        </p:nvSpPr>
        <p:spPr>
          <a:xfrm>
            <a:off x="1111091" y="488442"/>
            <a:ext cx="6082189" cy="2481072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>
              <a:defRPr sz="13200" b="1">
                <a:solidFill>
                  <a:srgbClr val="101818"/>
                </a:solidFill>
                <a:latin typeface="Noto Sans TC"/>
                <a:ea typeface="Noto Sans TC"/>
                <a:cs typeface="Noto Sans TC"/>
              </a:defRPr>
            </a:defPPr>
            <a:lvl1pPr>
              <a:defRPr sz="13200" b="1">
                <a:solidFill>
                  <a:srgbClr val="101818"/>
                </a:solidFill>
                <a:latin typeface="Noto Sans TC"/>
                <a:ea typeface="Noto Sans TC"/>
                <a:cs typeface="Noto Sans TC"/>
              </a:defRPr>
            </a:lvl1pPr>
            <a:lvl2pPr>
              <a:defRPr sz="13200" b="1">
                <a:solidFill>
                  <a:srgbClr val="101818"/>
                </a:solidFill>
                <a:latin typeface="Noto Sans TC"/>
                <a:ea typeface="Noto Sans TC"/>
                <a:cs typeface="Noto Sans TC"/>
              </a:defRPr>
            </a:lvl2pPr>
            <a:lvl3pPr>
              <a:defRPr sz="13200" b="1">
                <a:solidFill>
                  <a:srgbClr val="101818"/>
                </a:solidFill>
                <a:latin typeface="Noto Sans TC"/>
                <a:ea typeface="Noto Sans TC"/>
                <a:cs typeface="Noto Sans TC"/>
              </a:defRPr>
            </a:lvl3pPr>
            <a:lvl4pPr>
              <a:defRPr sz="13200" b="1">
                <a:solidFill>
                  <a:srgbClr val="101818"/>
                </a:solidFill>
                <a:latin typeface="Noto Sans TC"/>
                <a:ea typeface="Noto Sans TC"/>
                <a:cs typeface="Noto Sans TC"/>
              </a:defRPr>
            </a:lvl4pPr>
            <a:lvl5pPr>
              <a:defRPr sz="13200" b="1">
                <a:solidFill>
                  <a:srgbClr val="101818"/>
                </a:solidFill>
                <a:latin typeface="Noto Sans TC"/>
                <a:ea typeface="Noto Sans TC"/>
                <a:cs typeface="Noto Sans TC"/>
              </a:defRPr>
            </a:lvl5pPr>
            <a:lvl6pPr>
              <a:defRPr sz="13200" b="1">
                <a:solidFill>
                  <a:srgbClr val="101818"/>
                </a:solidFill>
                <a:latin typeface="Noto Sans TC"/>
                <a:ea typeface="Noto Sans TC"/>
                <a:cs typeface="Noto Sans TC"/>
              </a:defRPr>
            </a:lvl6pPr>
            <a:lvl7pPr>
              <a:defRPr sz="13200" b="1">
                <a:solidFill>
                  <a:srgbClr val="101818"/>
                </a:solidFill>
                <a:latin typeface="Noto Sans TC"/>
                <a:ea typeface="Noto Sans TC"/>
                <a:cs typeface="Noto Sans TC"/>
              </a:defRPr>
            </a:lvl7pPr>
            <a:lvl8pPr>
              <a:defRPr sz="13200" b="1">
                <a:solidFill>
                  <a:srgbClr val="101818"/>
                </a:solidFill>
                <a:latin typeface="Noto Sans TC"/>
                <a:ea typeface="Noto Sans TC"/>
                <a:cs typeface="Noto Sans TC"/>
              </a:defRPr>
            </a:lvl8pPr>
            <a:lvl9pPr>
              <a:defRPr sz="13200" b="1">
                <a:solidFill>
                  <a:srgbClr val="101818"/>
                </a:solidFill>
                <a:latin typeface="Noto Sans TC"/>
                <a:ea typeface="Noto Sans TC"/>
                <a:cs typeface="Noto Sans TC"/>
              </a:defRPr>
            </a:lvl9pPr>
          </a:lstStyle>
          <a:p>
            <a:pPr>
              <a:defRPr sz="13200" b="1">
                <a:solidFill>
                  <a:srgbClr val="101818"/>
                </a:solidFill>
                <a:latin typeface="Noto Sans TC"/>
                <a:ea typeface="Noto Sans TC"/>
                <a:cs typeface="Noto Sans TC"/>
              </a:defRPr>
            </a:pPr>
            <a:r>
              <a:rPr lang="en-US" altLang="zh-TW" dirty="0">
                <a:solidFill>
                  <a:schemeClr val="tx1"/>
                </a:solidFill>
              </a:rPr>
              <a:t>EBF</a:t>
            </a:r>
            <a:endParaRPr sz="13200" b="1" dirty="0">
              <a:solidFill>
                <a:schemeClr val="tx1"/>
              </a:solidFill>
              <a:latin typeface="Noto Sans TC"/>
              <a:ea typeface="Noto Sans TC"/>
              <a:cs typeface="Noto Sans TC"/>
            </a:endParaRPr>
          </a:p>
        </p:txBody>
      </p:sp>
      <p:sp>
        <p:nvSpPr>
          <p:cNvPr id="26" name="text-4-VOL. 01">
            <a:extLst>
              <a:ext uri="{FF2B5EF4-FFF2-40B4-BE49-F238E27FC236}">
                <a16:creationId xmlns:a16="http://schemas.microsoft.com/office/drawing/2014/main" id="{A75984AA-A11F-E0B8-082F-1E19DF3B759F}"/>
              </a:ext>
            </a:extLst>
          </p:cNvPr>
          <p:cNvSpPr>
            <a:spLocks noGrp="1"/>
          </p:cNvSpPr>
          <p:nvPr/>
        </p:nvSpPr>
        <p:spPr>
          <a:xfrm>
            <a:off x="336612" y="1387617"/>
            <a:ext cx="539591" cy="28632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>
              <a:defRPr sz="1725" b="1">
                <a:solidFill>
                  <a:srgbClr val="101818"/>
                </a:solidFill>
                <a:latin typeface="Noto Sans TC"/>
                <a:ea typeface="Noto Sans TC"/>
                <a:cs typeface="Noto Sans TC"/>
              </a:defRPr>
            </a:defPPr>
            <a:lvl1pPr>
              <a:defRPr sz="1725" b="1">
                <a:solidFill>
                  <a:srgbClr val="101818"/>
                </a:solidFill>
                <a:latin typeface="Noto Sans TC"/>
                <a:ea typeface="Noto Sans TC"/>
                <a:cs typeface="Noto Sans TC"/>
              </a:defRPr>
            </a:lvl1pPr>
            <a:lvl2pPr>
              <a:defRPr sz="1725" b="1">
                <a:solidFill>
                  <a:srgbClr val="101818"/>
                </a:solidFill>
                <a:latin typeface="Noto Sans TC"/>
                <a:ea typeface="Noto Sans TC"/>
                <a:cs typeface="Noto Sans TC"/>
              </a:defRPr>
            </a:lvl2pPr>
            <a:lvl3pPr>
              <a:defRPr sz="1725" b="1">
                <a:solidFill>
                  <a:srgbClr val="101818"/>
                </a:solidFill>
                <a:latin typeface="Noto Sans TC"/>
                <a:ea typeface="Noto Sans TC"/>
                <a:cs typeface="Noto Sans TC"/>
              </a:defRPr>
            </a:lvl3pPr>
            <a:lvl4pPr>
              <a:defRPr sz="1725" b="1">
                <a:solidFill>
                  <a:srgbClr val="101818"/>
                </a:solidFill>
                <a:latin typeface="Noto Sans TC"/>
                <a:ea typeface="Noto Sans TC"/>
                <a:cs typeface="Noto Sans TC"/>
              </a:defRPr>
            </a:lvl4pPr>
            <a:lvl5pPr>
              <a:defRPr sz="1725" b="1">
                <a:solidFill>
                  <a:srgbClr val="101818"/>
                </a:solidFill>
                <a:latin typeface="Noto Sans TC"/>
                <a:ea typeface="Noto Sans TC"/>
                <a:cs typeface="Noto Sans TC"/>
              </a:defRPr>
            </a:lvl5pPr>
            <a:lvl6pPr>
              <a:defRPr sz="1725" b="1">
                <a:solidFill>
                  <a:srgbClr val="101818"/>
                </a:solidFill>
                <a:latin typeface="Noto Sans TC"/>
                <a:ea typeface="Noto Sans TC"/>
                <a:cs typeface="Noto Sans TC"/>
              </a:defRPr>
            </a:lvl6pPr>
            <a:lvl7pPr>
              <a:defRPr sz="1725" b="1">
                <a:solidFill>
                  <a:srgbClr val="101818"/>
                </a:solidFill>
                <a:latin typeface="Noto Sans TC"/>
                <a:ea typeface="Noto Sans TC"/>
                <a:cs typeface="Noto Sans TC"/>
              </a:defRPr>
            </a:lvl7pPr>
            <a:lvl8pPr>
              <a:defRPr sz="1725" b="1">
                <a:solidFill>
                  <a:srgbClr val="101818"/>
                </a:solidFill>
                <a:latin typeface="Noto Sans TC"/>
                <a:ea typeface="Noto Sans TC"/>
                <a:cs typeface="Noto Sans TC"/>
              </a:defRPr>
            </a:lvl8pPr>
            <a:lvl9pPr>
              <a:defRPr sz="1725" b="1">
                <a:solidFill>
                  <a:srgbClr val="101818"/>
                </a:solidFill>
                <a:latin typeface="Noto Sans TC"/>
                <a:ea typeface="Noto Sans TC"/>
                <a:cs typeface="Noto Sans TC"/>
              </a:defRPr>
            </a:lvl9pPr>
          </a:lstStyle>
          <a:p>
            <a:pPr>
              <a:defRPr sz="1725" b="1">
                <a:solidFill>
                  <a:srgbClr val="101818"/>
                </a:solidFill>
                <a:latin typeface="Noto Sans TC"/>
                <a:ea typeface="Noto Sans TC"/>
                <a:cs typeface="Noto Sans TC"/>
              </a:defRPr>
            </a:pPr>
            <a:r>
              <a:rPr sz="2800" b="1" dirty="0">
                <a:solidFill>
                  <a:schemeClr val="tx1"/>
                </a:solidFill>
                <a:latin typeface="Noto Sans TC"/>
                <a:ea typeface="Noto Sans TC"/>
                <a:cs typeface="Noto Sans TC"/>
              </a:rPr>
              <a:t>0</a:t>
            </a:r>
            <a:r>
              <a:rPr lang="en-US" altLang="zh-TW" sz="2800" dirty="0">
                <a:solidFill>
                  <a:schemeClr val="tx1"/>
                </a:solidFill>
              </a:rPr>
              <a:t>5</a:t>
            </a:r>
            <a:endParaRPr sz="2800" b="1" dirty="0">
              <a:solidFill>
                <a:schemeClr val="tx1"/>
              </a:solidFill>
              <a:latin typeface="Noto Sans TC"/>
              <a:ea typeface="Noto Sans TC"/>
              <a:cs typeface="Noto Sans TC"/>
            </a:endParaRPr>
          </a:p>
        </p:txBody>
      </p:sp>
      <p:sp>
        <p:nvSpPr>
          <p:cNvPr id="28" name="text-8-量子晶片製程研發平台">
            <a:extLst>
              <a:ext uri="{FF2B5EF4-FFF2-40B4-BE49-F238E27FC236}">
                <a16:creationId xmlns:a16="http://schemas.microsoft.com/office/drawing/2014/main" id="{41A8BBD4-9C13-C0DF-08A2-241E77ABED48}"/>
              </a:ext>
            </a:extLst>
          </p:cNvPr>
          <p:cNvSpPr>
            <a:spLocks noGrp="1"/>
          </p:cNvSpPr>
          <p:nvPr/>
        </p:nvSpPr>
        <p:spPr>
          <a:xfrm>
            <a:off x="1149191" y="2777109"/>
            <a:ext cx="3531870" cy="507492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>
              <a:defRPr sz="2700" b="1">
                <a:solidFill>
                  <a:srgbClr val="101818"/>
                </a:solidFill>
                <a:latin typeface="Noto Sans TC"/>
                <a:ea typeface="Noto Sans TC"/>
                <a:cs typeface="Noto Sans TC"/>
              </a:defRPr>
            </a:defPPr>
            <a:lvl1pPr>
              <a:defRPr sz="2700" b="1">
                <a:solidFill>
                  <a:srgbClr val="101818"/>
                </a:solidFill>
                <a:latin typeface="Noto Sans TC"/>
                <a:ea typeface="Noto Sans TC"/>
                <a:cs typeface="Noto Sans TC"/>
              </a:defRPr>
            </a:lvl1pPr>
            <a:lvl2pPr>
              <a:defRPr sz="2700" b="1">
                <a:solidFill>
                  <a:srgbClr val="101818"/>
                </a:solidFill>
                <a:latin typeface="Noto Sans TC"/>
                <a:ea typeface="Noto Sans TC"/>
                <a:cs typeface="Noto Sans TC"/>
              </a:defRPr>
            </a:lvl2pPr>
            <a:lvl3pPr>
              <a:defRPr sz="2700" b="1">
                <a:solidFill>
                  <a:srgbClr val="101818"/>
                </a:solidFill>
                <a:latin typeface="Noto Sans TC"/>
                <a:ea typeface="Noto Sans TC"/>
                <a:cs typeface="Noto Sans TC"/>
              </a:defRPr>
            </a:lvl3pPr>
            <a:lvl4pPr>
              <a:defRPr sz="2700" b="1">
                <a:solidFill>
                  <a:srgbClr val="101818"/>
                </a:solidFill>
                <a:latin typeface="Noto Sans TC"/>
                <a:ea typeface="Noto Sans TC"/>
                <a:cs typeface="Noto Sans TC"/>
              </a:defRPr>
            </a:lvl4pPr>
            <a:lvl5pPr>
              <a:defRPr sz="2700" b="1">
                <a:solidFill>
                  <a:srgbClr val="101818"/>
                </a:solidFill>
                <a:latin typeface="Noto Sans TC"/>
                <a:ea typeface="Noto Sans TC"/>
                <a:cs typeface="Noto Sans TC"/>
              </a:defRPr>
            </a:lvl5pPr>
            <a:lvl6pPr>
              <a:defRPr sz="2700" b="1">
                <a:solidFill>
                  <a:srgbClr val="101818"/>
                </a:solidFill>
                <a:latin typeface="Noto Sans TC"/>
                <a:ea typeface="Noto Sans TC"/>
                <a:cs typeface="Noto Sans TC"/>
              </a:defRPr>
            </a:lvl6pPr>
            <a:lvl7pPr>
              <a:defRPr sz="2700" b="1">
                <a:solidFill>
                  <a:srgbClr val="101818"/>
                </a:solidFill>
                <a:latin typeface="Noto Sans TC"/>
                <a:ea typeface="Noto Sans TC"/>
                <a:cs typeface="Noto Sans TC"/>
              </a:defRPr>
            </a:lvl7pPr>
            <a:lvl8pPr>
              <a:defRPr sz="2700" b="1">
                <a:solidFill>
                  <a:srgbClr val="101818"/>
                </a:solidFill>
                <a:latin typeface="Noto Sans TC"/>
                <a:ea typeface="Noto Sans TC"/>
                <a:cs typeface="Noto Sans TC"/>
              </a:defRPr>
            </a:lvl8pPr>
            <a:lvl9pPr>
              <a:defRPr sz="2700" b="1">
                <a:solidFill>
                  <a:srgbClr val="101818"/>
                </a:solidFill>
                <a:latin typeface="Noto Sans TC"/>
                <a:ea typeface="Noto Sans TC"/>
                <a:cs typeface="Noto Sans TC"/>
              </a:defRPr>
            </a:lvl9pPr>
          </a:lstStyle>
          <a:p>
            <a:pPr>
              <a:defRPr sz="3225" b="1">
                <a:solidFill>
                  <a:srgbClr val="3A2336"/>
                </a:solidFill>
                <a:latin typeface="Noto Sans TC"/>
                <a:ea typeface="Noto Sans TC"/>
                <a:cs typeface="Noto Sans TC"/>
              </a:defRPr>
            </a:pPr>
            <a:r>
              <a:rPr lang="zh-TW" altLang="en-US" sz="4800" dirty="0">
                <a:solidFill>
                  <a:schemeClr val="tx1"/>
                </a:solidFill>
              </a:rPr>
              <a:t>環境生地化參數測量設施</a:t>
            </a:r>
          </a:p>
        </p:txBody>
      </p:sp>
      <p:sp>
        <p:nvSpPr>
          <p:cNvPr id="6" name="text-11-提供光電材料結構分析、高精密">
            <a:extLst>
              <a:ext uri="{FF2B5EF4-FFF2-40B4-BE49-F238E27FC236}">
                <a16:creationId xmlns:a16="http://schemas.microsoft.com/office/drawing/2014/main" id="{AD46C2EC-F431-3165-ACBE-F99B8EB73D33}"/>
              </a:ext>
            </a:extLst>
          </p:cNvPr>
          <p:cNvSpPr>
            <a:spLocks noGrp="1"/>
          </p:cNvSpPr>
          <p:nvPr/>
        </p:nvSpPr>
        <p:spPr>
          <a:xfrm>
            <a:off x="364850" y="9418510"/>
            <a:ext cx="8892233" cy="437007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>
              <a:defRPr sz="2325" b="0">
                <a:solidFill>
                  <a:srgbClr val="101010"/>
                </a:solidFill>
                <a:latin typeface="Noto Sans TC"/>
                <a:ea typeface="Noto Sans TC"/>
                <a:cs typeface="Noto Sans TC"/>
              </a:defRPr>
            </a:defPPr>
            <a:lvl1pPr>
              <a:defRPr sz="2325" b="0">
                <a:solidFill>
                  <a:srgbClr val="101010"/>
                </a:solidFill>
                <a:latin typeface="Noto Sans TC"/>
                <a:ea typeface="Noto Sans TC"/>
                <a:cs typeface="Noto Sans TC"/>
              </a:defRPr>
            </a:lvl1pPr>
            <a:lvl2pPr>
              <a:defRPr sz="2325" b="0">
                <a:solidFill>
                  <a:srgbClr val="101010"/>
                </a:solidFill>
                <a:latin typeface="Noto Sans TC"/>
                <a:ea typeface="Noto Sans TC"/>
                <a:cs typeface="Noto Sans TC"/>
              </a:defRPr>
            </a:lvl2pPr>
            <a:lvl3pPr>
              <a:defRPr sz="2325" b="0">
                <a:solidFill>
                  <a:srgbClr val="101010"/>
                </a:solidFill>
                <a:latin typeface="Noto Sans TC"/>
                <a:ea typeface="Noto Sans TC"/>
                <a:cs typeface="Noto Sans TC"/>
              </a:defRPr>
            </a:lvl3pPr>
            <a:lvl4pPr>
              <a:defRPr sz="2325" b="0">
                <a:solidFill>
                  <a:srgbClr val="101010"/>
                </a:solidFill>
                <a:latin typeface="Noto Sans TC"/>
                <a:ea typeface="Noto Sans TC"/>
                <a:cs typeface="Noto Sans TC"/>
              </a:defRPr>
            </a:lvl4pPr>
            <a:lvl5pPr>
              <a:defRPr sz="2325" b="0">
                <a:solidFill>
                  <a:srgbClr val="101010"/>
                </a:solidFill>
                <a:latin typeface="Noto Sans TC"/>
                <a:ea typeface="Noto Sans TC"/>
                <a:cs typeface="Noto Sans TC"/>
              </a:defRPr>
            </a:lvl5pPr>
            <a:lvl6pPr>
              <a:defRPr sz="2325" b="0">
                <a:solidFill>
                  <a:srgbClr val="101010"/>
                </a:solidFill>
                <a:latin typeface="Noto Sans TC"/>
                <a:ea typeface="Noto Sans TC"/>
                <a:cs typeface="Noto Sans TC"/>
              </a:defRPr>
            </a:lvl6pPr>
            <a:lvl7pPr>
              <a:defRPr sz="2325" b="0">
                <a:solidFill>
                  <a:srgbClr val="101010"/>
                </a:solidFill>
                <a:latin typeface="Noto Sans TC"/>
                <a:ea typeface="Noto Sans TC"/>
                <a:cs typeface="Noto Sans TC"/>
              </a:defRPr>
            </a:lvl7pPr>
            <a:lvl8pPr>
              <a:defRPr sz="2325" b="0">
                <a:solidFill>
                  <a:srgbClr val="101010"/>
                </a:solidFill>
                <a:latin typeface="Noto Sans TC"/>
                <a:ea typeface="Noto Sans TC"/>
                <a:cs typeface="Noto Sans TC"/>
              </a:defRPr>
            </a:lvl8pPr>
            <a:lvl9pPr>
              <a:defRPr sz="2325" b="0">
                <a:solidFill>
                  <a:srgbClr val="101010"/>
                </a:solidFill>
                <a:latin typeface="Noto Sans TC"/>
                <a:ea typeface="Noto Sans TC"/>
                <a:cs typeface="Noto Sans TC"/>
              </a:defRPr>
            </a:lvl9pPr>
          </a:lstStyle>
          <a:p>
            <a:pPr>
              <a:defRPr sz="2325" b="0">
                <a:solidFill>
                  <a:srgbClr val="101010"/>
                </a:solidFill>
                <a:latin typeface="Noto Sans TC"/>
                <a:ea typeface="Noto Sans TC"/>
                <a:cs typeface="Noto Sans TC"/>
              </a:defRPr>
            </a:pPr>
            <a:r>
              <a:rPr lang="zh-TW" altLang="zh-TW" sz="2400" dirty="0"/>
              <a:t>提供海洋與環境樣品分析服務，涵蓋營養鹽、有機碳及生物豐度量測</a:t>
            </a:r>
            <a:endParaRPr sz="2400" dirty="0">
              <a:solidFill>
                <a:srgbClr val="132821"/>
              </a:solidFill>
              <a:latin typeface="Noto Sans TC" panose="020B0200000000000000" pitchFamily="34" charset="-120"/>
              <a:ea typeface="Noto Sans TC" panose="020B0200000000000000" pitchFamily="34" charset="-120"/>
            </a:endParaRPr>
          </a:p>
        </p:txBody>
      </p:sp>
      <p:sp>
        <p:nvSpPr>
          <p:cNvPr id="8" name="text-12-元件電性量測與精密加工服務。">
            <a:extLst>
              <a:ext uri="{FF2B5EF4-FFF2-40B4-BE49-F238E27FC236}">
                <a16:creationId xmlns:a16="http://schemas.microsoft.com/office/drawing/2014/main" id="{F2EB2935-86B1-0E57-D597-B489C2C03ACD}"/>
              </a:ext>
            </a:extLst>
          </p:cNvPr>
          <p:cNvSpPr>
            <a:spLocks noGrp="1"/>
          </p:cNvSpPr>
          <p:nvPr/>
        </p:nvSpPr>
        <p:spPr>
          <a:xfrm>
            <a:off x="364850" y="10126694"/>
            <a:ext cx="9184264" cy="437007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>
              <a:defRPr sz="2325" b="0">
                <a:solidFill>
                  <a:srgbClr val="101010"/>
                </a:solidFill>
                <a:latin typeface="Noto Sans TC"/>
                <a:ea typeface="Noto Sans TC"/>
                <a:cs typeface="Noto Sans TC"/>
              </a:defRPr>
            </a:defPPr>
            <a:lvl1pPr>
              <a:defRPr sz="2325" b="0">
                <a:solidFill>
                  <a:srgbClr val="101010"/>
                </a:solidFill>
                <a:latin typeface="Noto Sans TC"/>
                <a:ea typeface="Noto Sans TC"/>
                <a:cs typeface="Noto Sans TC"/>
              </a:defRPr>
            </a:lvl1pPr>
            <a:lvl2pPr>
              <a:defRPr sz="2325" b="0">
                <a:solidFill>
                  <a:srgbClr val="101010"/>
                </a:solidFill>
                <a:latin typeface="Noto Sans TC"/>
                <a:ea typeface="Noto Sans TC"/>
                <a:cs typeface="Noto Sans TC"/>
              </a:defRPr>
            </a:lvl2pPr>
            <a:lvl3pPr>
              <a:defRPr sz="2325" b="0">
                <a:solidFill>
                  <a:srgbClr val="101010"/>
                </a:solidFill>
                <a:latin typeface="Noto Sans TC"/>
                <a:ea typeface="Noto Sans TC"/>
                <a:cs typeface="Noto Sans TC"/>
              </a:defRPr>
            </a:lvl3pPr>
            <a:lvl4pPr>
              <a:defRPr sz="2325" b="0">
                <a:solidFill>
                  <a:srgbClr val="101010"/>
                </a:solidFill>
                <a:latin typeface="Noto Sans TC"/>
                <a:ea typeface="Noto Sans TC"/>
                <a:cs typeface="Noto Sans TC"/>
              </a:defRPr>
            </a:lvl4pPr>
            <a:lvl5pPr>
              <a:defRPr sz="2325" b="0">
                <a:solidFill>
                  <a:srgbClr val="101010"/>
                </a:solidFill>
                <a:latin typeface="Noto Sans TC"/>
                <a:ea typeface="Noto Sans TC"/>
                <a:cs typeface="Noto Sans TC"/>
              </a:defRPr>
            </a:lvl5pPr>
            <a:lvl6pPr>
              <a:defRPr sz="2325" b="0">
                <a:solidFill>
                  <a:srgbClr val="101010"/>
                </a:solidFill>
                <a:latin typeface="Noto Sans TC"/>
                <a:ea typeface="Noto Sans TC"/>
                <a:cs typeface="Noto Sans TC"/>
              </a:defRPr>
            </a:lvl6pPr>
            <a:lvl7pPr>
              <a:defRPr sz="2325" b="0">
                <a:solidFill>
                  <a:srgbClr val="101010"/>
                </a:solidFill>
                <a:latin typeface="Noto Sans TC"/>
                <a:ea typeface="Noto Sans TC"/>
                <a:cs typeface="Noto Sans TC"/>
              </a:defRPr>
            </a:lvl7pPr>
            <a:lvl8pPr>
              <a:defRPr sz="2325" b="0">
                <a:solidFill>
                  <a:srgbClr val="101010"/>
                </a:solidFill>
                <a:latin typeface="Noto Sans TC"/>
                <a:ea typeface="Noto Sans TC"/>
                <a:cs typeface="Noto Sans TC"/>
              </a:defRPr>
            </a:lvl8pPr>
            <a:lvl9pPr>
              <a:defRPr sz="2325" b="0">
                <a:solidFill>
                  <a:srgbClr val="101010"/>
                </a:solidFill>
                <a:latin typeface="Noto Sans TC"/>
                <a:ea typeface="Noto Sans TC"/>
                <a:cs typeface="Noto Sans TC"/>
              </a:defRPr>
            </a:lvl9pPr>
          </a:lstStyle>
          <a:p>
            <a:pPr>
              <a:defRPr sz="2325" b="0">
                <a:solidFill>
                  <a:srgbClr val="101010"/>
                </a:solidFill>
                <a:latin typeface="Noto Sans TC"/>
                <a:ea typeface="Noto Sans TC"/>
                <a:cs typeface="Noto Sans TC"/>
              </a:defRPr>
            </a:pPr>
            <a:r>
              <a:rPr lang="zh-TW" altLang="zh-TW" sz="2400" dirty="0"/>
              <a:t>結合精密化學與生物分析技術，支援海洋碳循環、生態監測及環境研究</a:t>
            </a:r>
            <a:endParaRPr sz="2400" dirty="0">
              <a:solidFill>
                <a:srgbClr val="132821"/>
              </a:solidFill>
              <a:latin typeface="Noto Sans TC" panose="020B0200000000000000" pitchFamily="34" charset="-120"/>
              <a:ea typeface="Noto Sans TC" panose="020B0200000000000000" pitchFamily="34" charset="-120"/>
            </a:endParaRPr>
          </a:p>
        </p:txBody>
      </p:sp>
      <p:sp>
        <p:nvSpPr>
          <p:cNvPr id="10" name="text-13-UV-Vis-NIR 光學分析 / I-V ">
            <a:extLst>
              <a:ext uri="{FF2B5EF4-FFF2-40B4-BE49-F238E27FC236}">
                <a16:creationId xmlns:a16="http://schemas.microsoft.com/office/drawing/2014/main" id="{FE129EC0-FA3B-AF85-DB9A-F24025BC7A67}"/>
              </a:ext>
            </a:extLst>
          </p:cNvPr>
          <p:cNvSpPr>
            <a:spLocks noGrp="1"/>
          </p:cNvSpPr>
          <p:nvPr/>
        </p:nvSpPr>
        <p:spPr>
          <a:xfrm>
            <a:off x="364850" y="10834878"/>
            <a:ext cx="7290435" cy="33832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>
              <a:defRPr sz="1800" b="1">
                <a:solidFill>
                  <a:srgbClr val="101010"/>
                </a:solidFill>
                <a:latin typeface="Noto Sans TC"/>
                <a:ea typeface="Noto Sans TC"/>
                <a:cs typeface="Noto Sans TC"/>
              </a:defRPr>
            </a:defPPr>
            <a:lvl1pPr>
              <a:defRPr sz="1800" b="1">
                <a:solidFill>
                  <a:srgbClr val="101010"/>
                </a:solidFill>
                <a:latin typeface="Noto Sans TC"/>
                <a:ea typeface="Noto Sans TC"/>
                <a:cs typeface="Noto Sans TC"/>
              </a:defRPr>
            </a:lvl1pPr>
            <a:lvl2pPr>
              <a:defRPr sz="1800" b="1">
                <a:solidFill>
                  <a:srgbClr val="101010"/>
                </a:solidFill>
                <a:latin typeface="Noto Sans TC"/>
                <a:ea typeface="Noto Sans TC"/>
                <a:cs typeface="Noto Sans TC"/>
              </a:defRPr>
            </a:lvl2pPr>
            <a:lvl3pPr>
              <a:defRPr sz="1800" b="1">
                <a:solidFill>
                  <a:srgbClr val="101010"/>
                </a:solidFill>
                <a:latin typeface="Noto Sans TC"/>
                <a:ea typeface="Noto Sans TC"/>
                <a:cs typeface="Noto Sans TC"/>
              </a:defRPr>
            </a:lvl3pPr>
            <a:lvl4pPr>
              <a:defRPr sz="1800" b="1">
                <a:solidFill>
                  <a:srgbClr val="101010"/>
                </a:solidFill>
                <a:latin typeface="Noto Sans TC"/>
                <a:ea typeface="Noto Sans TC"/>
                <a:cs typeface="Noto Sans TC"/>
              </a:defRPr>
            </a:lvl4pPr>
            <a:lvl5pPr>
              <a:defRPr sz="1800" b="1">
                <a:solidFill>
                  <a:srgbClr val="101010"/>
                </a:solidFill>
                <a:latin typeface="Noto Sans TC"/>
                <a:ea typeface="Noto Sans TC"/>
                <a:cs typeface="Noto Sans TC"/>
              </a:defRPr>
            </a:lvl5pPr>
            <a:lvl6pPr>
              <a:defRPr sz="1800" b="1">
                <a:solidFill>
                  <a:srgbClr val="101010"/>
                </a:solidFill>
                <a:latin typeface="Noto Sans TC"/>
                <a:ea typeface="Noto Sans TC"/>
                <a:cs typeface="Noto Sans TC"/>
              </a:defRPr>
            </a:lvl6pPr>
            <a:lvl7pPr>
              <a:defRPr sz="1800" b="1">
                <a:solidFill>
                  <a:srgbClr val="101010"/>
                </a:solidFill>
                <a:latin typeface="Noto Sans TC"/>
                <a:ea typeface="Noto Sans TC"/>
                <a:cs typeface="Noto Sans TC"/>
              </a:defRPr>
            </a:lvl7pPr>
            <a:lvl8pPr>
              <a:defRPr sz="1800" b="1">
                <a:solidFill>
                  <a:srgbClr val="101010"/>
                </a:solidFill>
                <a:latin typeface="Noto Sans TC"/>
                <a:ea typeface="Noto Sans TC"/>
                <a:cs typeface="Noto Sans TC"/>
              </a:defRPr>
            </a:lvl8pPr>
            <a:lvl9pPr>
              <a:defRPr sz="1800" b="1">
                <a:solidFill>
                  <a:srgbClr val="101010"/>
                </a:solidFill>
                <a:latin typeface="Noto Sans TC"/>
                <a:ea typeface="Noto Sans TC"/>
                <a:cs typeface="Noto Sans TC"/>
              </a:defRPr>
            </a:lvl9pPr>
          </a:lstStyle>
          <a:p>
            <a:pPr>
              <a:defRPr sz="2325" b="0">
                <a:solidFill>
                  <a:srgbClr val="101010"/>
                </a:solidFill>
                <a:latin typeface="Noto Sans TC"/>
                <a:ea typeface="Noto Sans TC"/>
                <a:cs typeface="Noto Sans TC"/>
              </a:defRPr>
            </a:pPr>
            <a:r>
              <a:rPr lang="zh-TW" altLang="zh-TW" sz="2400" dirty="0"/>
              <a:t>#營養鹽分析 / #有機碳量測 / #微生物豐度 / #海洋環境監測</a:t>
            </a:r>
            <a:endParaRPr sz="2400" b="0" dirty="0">
              <a:solidFill>
                <a:srgbClr val="132821"/>
              </a:solidFill>
              <a:latin typeface="Noto Sans TC" panose="020B0200000000000000" pitchFamily="34" charset="-120"/>
              <a:ea typeface="Noto Sans TC" panose="020B0200000000000000" pitchFamily="34" charset="-120"/>
            </a:endParaRPr>
          </a:p>
        </p:txBody>
      </p:sp>
      <p:sp>
        <p:nvSpPr>
          <p:cNvPr id="13" name="text-9-標準化 8 吋全自動製程，推動台灣">
            <a:extLst>
              <a:ext uri="{FF2B5EF4-FFF2-40B4-BE49-F238E27FC236}">
                <a16:creationId xmlns:a16="http://schemas.microsoft.com/office/drawing/2014/main" id="{D51526A9-50E3-8AAA-79FD-12939E6ABFC7}"/>
              </a:ext>
            </a:extLst>
          </p:cNvPr>
          <p:cNvSpPr>
            <a:spLocks noGrp="1"/>
          </p:cNvSpPr>
          <p:nvPr/>
        </p:nvSpPr>
        <p:spPr>
          <a:xfrm>
            <a:off x="6187545" y="3872583"/>
            <a:ext cx="3931708" cy="279789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>
              <a:defRPr sz="2250" b="0">
                <a:solidFill>
                  <a:srgbClr val="101818"/>
                </a:solidFill>
                <a:latin typeface="Noto Sans TC"/>
                <a:ea typeface="Noto Sans TC"/>
                <a:cs typeface="Noto Sans TC"/>
              </a:defRPr>
            </a:defPPr>
            <a:lvl1pPr>
              <a:defRPr sz="2250" b="0">
                <a:solidFill>
                  <a:srgbClr val="101818"/>
                </a:solidFill>
                <a:latin typeface="Noto Sans TC"/>
                <a:ea typeface="Noto Sans TC"/>
                <a:cs typeface="Noto Sans TC"/>
              </a:defRPr>
            </a:lvl1pPr>
            <a:lvl2pPr>
              <a:defRPr sz="2250" b="0">
                <a:solidFill>
                  <a:srgbClr val="101818"/>
                </a:solidFill>
                <a:latin typeface="Noto Sans TC"/>
                <a:ea typeface="Noto Sans TC"/>
                <a:cs typeface="Noto Sans TC"/>
              </a:defRPr>
            </a:lvl2pPr>
            <a:lvl3pPr>
              <a:defRPr sz="2250" b="0">
                <a:solidFill>
                  <a:srgbClr val="101818"/>
                </a:solidFill>
                <a:latin typeface="Noto Sans TC"/>
                <a:ea typeface="Noto Sans TC"/>
                <a:cs typeface="Noto Sans TC"/>
              </a:defRPr>
            </a:lvl3pPr>
            <a:lvl4pPr>
              <a:defRPr sz="2250" b="0">
                <a:solidFill>
                  <a:srgbClr val="101818"/>
                </a:solidFill>
                <a:latin typeface="Noto Sans TC"/>
                <a:ea typeface="Noto Sans TC"/>
                <a:cs typeface="Noto Sans TC"/>
              </a:defRPr>
            </a:lvl4pPr>
            <a:lvl5pPr>
              <a:defRPr sz="2250" b="0">
                <a:solidFill>
                  <a:srgbClr val="101818"/>
                </a:solidFill>
                <a:latin typeface="Noto Sans TC"/>
                <a:ea typeface="Noto Sans TC"/>
                <a:cs typeface="Noto Sans TC"/>
              </a:defRPr>
            </a:lvl5pPr>
            <a:lvl6pPr>
              <a:defRPr sz="2250" b="0">
                <a:solidFill>
                  <a:srgbClr val="101818"/>
                </a:solidFill>
                <a:latin typeface="Noto Sans TC"/>
                <a:ea typeface="Noto Sans TC"/>
                <a:cs typeface="Noto Sans TC"/>
              </a:defRPr>
            </a:lvl6pPr>
            <a:lvl7pPr>
              <a:defRPr sz="2250" b="0">
                <a:solidFill>
                  <a:srgbClr val="101818"/>
                </a:solidFill>
                <a:latin typeface="Noto Sans TC"/>
                <a:ea typeface="Noto Sans TC"/>
                <a:cs typeface="Noto Sans TC"/>
              </a:defRPr>
            </a:lvl7pPr>
            <a:lvl8pPr>
              <a:defRPr sz="2250" b="0">
                <a:solidFill>
                  <a:srgbClr val="101818"/>
                </a:solidFill>
                <a:latin typeface="Noto Sans TC"/>
                <a:ea typeface="Noto Sans TC"/>
                <a:cs typeface="Noto Sans TC"/>
              </a:defRPr>
            </a:lvl8pPr>
            <a:lvl9pPr>
              <a:defRPr sz="2250" b="0">
                <a:solidFill>
                  <a:srgbClr val="101818"/>
                </a:solidFill>
                <a:latin typeface="Noto Sans TC"/>
                <a:ea typeface="Noto Sans TC"/>
                <a:cs typeface="Noto Sans TC"/>
              </a:defRPr>
            </a:lvl9pPr>
          </a:lstStyle>
          <a:p>
            <a:pPr>
              <a:defRPr sz="2250" b="0">
                <a:solidFill>
                  <a:srgbClr val="101818"/>
                </a:solidFill>
                <a:latin typeface="Noto Sans TC"/>
                <a:ea typeface="Noto Sans TC"/>
                <a:cs typeface="Noto Sans TC"/>
              </a:defRPr>
            </a:pPr>
            <a:r>
              <a:rPr lang="zh-TW" altLang="zh-TW" sz="2000" dirty="0"/>
              <a:t>解讀海洋微觀密碼，洞察環境變遷</a:t>
            </a:r>
            <a:endParaRPr lang="en-US" sz="2000" dirty="0">
              <a:solidFill>
                <a:schemeClr val="bg1"/>
              </a:solidFill>
              <a:latin typeface="Noto Sans TC" panose="020B0200000000000000" pitchFamily="34" charset="-120"/>
              <a:ea typeface="Noto Sans TC" panose="020B0200000000000000" pitchFamily="34" charset="-120"/>
            </a:endParaRPr>
          </a:p>
        </p:txBody>
      </p:sp>
      <p:sp>
        <p:nvSpPr>
          <p:cNvPr id="25" name="text-9-標準化 8 吋全自動製程，推動台灣">
            <a:extLst>
              <a:ext uri="{FF2B5EF4-FFF2-40B4-BE49-F238E27FC236}">
                <a16:creationId xmlns:a16="http://schemas.microsoft.com/office/drawing/2014/main" id="{62B6F978-EAFD-0B8F-0BC3-89F49663E023}"/>
              </a:ext>
            </a:extLst>
          </p:cNvPr>
          <p:cNvSpPr>
            <a:spLocks noGrp="1"/>
          </p:cNvSpPr>
          <p:nvPr/>
        </p:nvSpPr>
        <p:spPr>
          <a:xfrm>
            <a:off x="1301590" y="3872583"/>
            <a:ext cx="4718209" cy="357424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>
              <a:defRPr sz="2250" b="0">
                <a:solidFill>
                  <a:srgbClr val="101818"/>
                </a:solidFill>
                <a:latin typeface="Noto Sans TC"/>
                <a:ea typeface="Noto Sans TC"/>
                <a:cs typeface="Noto Sans TC"/>
              </a:defRPr>
            </a:defPPr>
            <a:lvl1pPr>
              <a:defRPr sz="2250" b="0">
                <a:solidFill>
                  <a:srgbClr val="101818"/>
                </a:solidFill>
                <a:latin typeface="Noto Sans TC"/>
                <a:ea typeface="Noto Sans TC"/>
                <a:cs typeface="Noto Sans TC"/>
              </a:defRPr>
            </a:lvl1pPr>
            <a:lvl2pPr>
              <a:defRPr sz="2250" b="0">
                <a:solidFill>
                  <a:srgbClr val="101818"/>
                </a:solidFill>
                <a:latin typeface="Noto Sans TC"/>
                <a:ea typeface="Noto Sans TC"/>
                <a:cs typeface="Noto Sans TC"/>
              </a:defRPr>
            </a:lvl2pPr>
            <a:lvl3pPr>
              <a:defRPr sz="2250" b="0">
                <a:solidFill>
                  <a:srgbClr val="101818"/>
                </a:solidFill>
                <a:latin typeface="Noto Sans TC"/>
                <a:ea typeface="Noto Sans TC"/>
                <a:cs typeface="Noto Sans TC"/>
              </a:defRPr>
            </a:lvl3pPr>
            <a:lvl4pPr>
              <a:defRPr sz="2250" b="0">
                <a:solidFill>
                  <a:srgbClr val="101818"/>
                </a:solidFill>
                <a:latin typeface="Noto Sans TC"/>
                <a:ea typeface="Noto Sans TC"/>
                <a:cs typeface="Noto Sans TC"/>
              </a:defRPr>
            </a:lvl4pPr>
            <a:lvl5pPr>
              <a:defRPr sz="2250" b="0">
                <a:solidFill>
                  <a:srgbClr val="101818"/>
                </a:solidFill>
                <a:latin typeface="Noto Sans TC"/>
                <a:ea typeface="Noto Sans TC"/>
                <a:cs typeface="Noto Sans TC"/>
              </a:defRPr>
            </a:lvl5pPr>
            <a:lvl6pPr>
              <a:defRPr sz="2250" b="0">
                <a:solidFill>
                  <a:srgbClr val="101818"/>
                </a:solidFill>
                <a:latin typeface="Noto Sans TC"/>
                <a:ea typeface="Noto Sans TC"/>
                <a:cs typeface="Noto Sans TC"/>
              </a:defRPr>
            </a:lvl6pPr>
            <a:lvl7pPr>
              <a:defRPr sz="2250" b="0">
                <a:solidFill>
                  <a:srgbClr val="101818"/>
                </a:solidFill>
                <a:latin typeface="Noto Sans TC"/>
                <a:ea typeface="Noto Sans TC"/>
                <a:cs typeface="Noto Sans TC"/>
              </a:defRPr>
            </a:lvl7pPr>
            <a:lvl8pPr>
              <a:defRPr sz="2250" b="0">
                <a:solidFill>
                  <a:srgbClr val="101818"/>
                </a:solidFill>
                <a:latin typeface="Noto Sans TC"/>
                <a:ea typeface="Noto Sans TC"/>
                <a:cs typeface="Noto Sans TC"/>
              </a:defRPr>
            </a:lvl8pPr>
            <a:lvl9pPr>
              <a:defRPr sz="2250" b="0">
                <a:solidFill>
                  <a:srgbClr val="101818"/>
                </a:solidFill>
                <a:latin typeface="Noto Sans TC"/>
                <a:ea typeface="Noto Sans TC"/>
                <a:cs typeface="Noto Sans TC"/>
              </a:defRPr>
            </a:lvl9pPr>
          </a:lstStyle>
          <a:p>
            <a:pPr>
              <a:defRPr sz="2250" b="0">
                <a:solidFill>
                  <a:srgbClr val="101818"/>
                </a:solidFill>
                <a:latin typeface="Noto Sans TC"/>
                <a:ea typeface="Noto Sans TC"/>
                <a:cs typeface="Noto Sans TC"/>
              </a:defRPr>
            </a:pPr>
            <a:r>
              <a:rPr lang="en-US" altLang="zh-TW" sz="2000" dirty="0">
                <a:solidFill>
                  <a:schemeClr val="tx1"/>
                </a:solidFill>
                <a:sym typeface="Noto Sans T Chinese Bold"/>
              </a:rPr>
              <a:t>Environmental Biogeochemistry Facility</a:t>
            </a:r>
          </a:p>
          <a:p>
            <a:pPr>
              <a:defRPr sz="2250" b="0">
                <a:solidFill>
                  <a:srgbClr val="101818"/>
                </a:solidFill>
                <a:latin typeface="Noto Sans TC"/>
                <a:ea typeface="Noto Sans TC"/>
                <a:cs typeface="Noto Sans TC"/>
              </a:defRPr>
            </a:pPr>
            <a:endParaRPr lang="en-US" altLang="zh-TW" sz="2000" dirty="0">
              <a:solidFill>
                <a:schemeClr val="tx1"/>
              </a:solidFill>
              <a:latin typeface="Noto Sans TC" panose="020B0200000000000000" pitchFamily="34" charset="-120"/>
              <a:ea typeface="Noto Sans TC" panose="020B0200000000000000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127742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" name="圖片 44">
            <a:extLst>
              <a:ext uri="{FF2B5EF4-FFF2-40B4-BE49-F238E27FC236}">
                <a16:creationId xmlns:a16="http://schemas.microsoft.com/office/drawing/2014/main" id="{7D3491A0-52E0-A32D-E20D-1325CD7BB7A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292"/>
            <a:ext cx="10287000" cy="12854166"/>
          </a:xfrm>
          <a:prstGeom prst="rect">
            <a:avLst/>
          </a:prstGeom>
        </p:spPr>
      </p:pic>
      <p:sp>
        <p:nvSpPr>
          <p:cNvPr id="7" name="fab card">
            <a:extLst>
              <a:ext uri="{FF2B5EF4-FFF2-40B4-BE49-F238E27FC236}">
                <a16:creationId xmlns:a16="http://schemas.microsoft.com/office/drawing/2014/main" id="{C5AB5E95-14B7-436E-A2E7-A35EEE961EBC}"/>
              </a:ext>
            </a:extLst>
          </p:cNvPr>
          <p:cNvSpPr>
            <a:spLocks noGrp="1"/>
          </p:cNvSpPr>
          <p:nvPr/>
        </p:nvSpPr>
        <p:spPr>
          <a:xfrm>
            <a:off x="440871" y="5299593"/>
            <a:ext cx="2857500" cy="3286125"/>
          </a:xfrm>
          <a:prstGeom prst="roundRect">
            <a:avLst>
              <a:gd name="adj" fmla="val 9333"/>
            </a:avLst>
          </a:prstGeom>
          <a:solidFill>
            <a:srgbClr val="EAF8FB"/>
          </a:solidFill>
          <a:ln w="0">
            <a:noFill/>
          </a:ln>
        </p:spPr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id="{B2B9FFD9-EA24-424E-B4EE-BCFA0ECF6A6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634041" y="5471043"/>
            <a:ext cx="604259" cy="609600"/>
          </a:xfrm>
          <a:prstGeom prst="rect">
            <a:avLst/>
          </a:prstGeom>
        </p:spPr>
      </p:pic>
      <p:sp>
        <p:nvSpPr>
          <p:cNvPr id="9" name="fab title">
            <a:extLst>
              <a:ext uri="{FF2B5EF4-FFF2-40B4-BE49-F238E27FC236}">
                <a16:creationId xmlns:a16="http://schemas.microsoft.com/office/drawing/2014/main" id="{8683262B-F3C4-46E1-9003-4269F3C82E92}"/>
              </a:ext>
            </a:extLst>
          </p:cNvPr>
          <p:cNvSpPr>
            <a:spLocks noGrp="1"/>
          </p:cNvSpPr>
          <p:nvPr/>
        </p:nvSpPr>
        <p:spPr>
          <a:xfrm>
            <a:off x="1336221" y="5537718"/>
            <a:ext cx="2047875" cy="5238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>
              <a:defRPr sz="2700" b="1">
                <a:solidFill>
                  <a:srgbClr val="123347"/>
                </a:solidFill>
                <a:latin typeface="Noto Sans TC"/>
                <a:ea typeface="Noto Sans TC"/>
                <a:cs typeface="Noto Sans TC"/>
              </a:defRPr>
            </a:defPPr>
            <a:lvl1pPr>
              <a:defRPr sz="2700" b="1">
                <a:solidFill>
                  <a:srgbClr val="123347"/>
                </a:solidFill>
                <a:latin typeface="Noto Sans TC"/>
                <a:ea typeface="Noto Sans TC"/>
                <a:cs typeface="Noto Sans TC"/>
              </a:defRPr>
            </a:lvl1pPr>
            <a:lvl2pPr>
              <a:defRPr sz="2700" b="1">
                <a:solidFill>
                  <a:srgbClr val="123347"/>
                </a:solidFill>
                <a:latin typeface="Noto Sans TC"/>
                <a:ea typeface="Noto Sans TC"/>
                <a:cs typeface="Noto Sans TC"/>
              </a:defRPr>
            </a:lvl2pPr>
            <a:lvl3pPr>
              <a:defRPr sz="2700" b="1">
                <a:solidFill>
                  <a:srgbClr val="123347"/>
                </a:solidFill>
                <a:latin typeface="Noto Sans TC"/>
                <a:ea typeface="Noto Sans TC"/>
                <a:cs typeface="Noto Sans TC"/>
              </a:defRPr>
            </a:lvl3pPr>
            <a:lvl4pPr>
              <a:defRPr sz="2700" b="1">
                <a:solidFill>
                  <a:srgbClr val="123347"/>
                </a:solidFill>
                <a:latin typeface="Noto Sans TC"/>
                <a:ea typeface="Noto Sans TC"/>
                <a:cs typeface="Noto Sans TC"/>
              </a:defRPr>
            </a:lvl4pPr>
            <a:lvl5pPr>
              <a:defRPr sz="2700" b="1">
                <a:solidFill>
                  <a:srgbClr val="123347"/>
                </a:solidFill>
                <a:latin typeface="Noto Sans TC"/>
                <a:ea typeface="Noto Sans TC"/>
                <a:cs typeface="Noto Sans TC"/>
              </a:defRPr>
            </a:lvl5pPr>
            <a:lvl6pPr>
              <a:defRPr sz="2700" b="1">
                <a:solidFill>
                  <a:srgbClr val="123347"/>
                </a:solidFill>
                <a:latin typeface="Noto Sans TC"/>
                <a:ea typeface="Noto Sans TC"/>
                <a:cs typeface="Noto Sans TC"/>
              </a:defRPr>
            </a:lvl6pPr>
            <a:lvl7pPr>
              <a:defRPr sz="2700" b="1">
                <a:solidFill>
                  <a:srgbClr val="123347"/>
                </a:solidFill>
                <a:latin typeface="Noto Sans TC"/>
                <a:ea typeface="Noto Sans TC"/>
                <a:cs typeface="Noto Sans TC"/>
              </a:defRPr>
            </a:lvl7pPr>
            <a:lvl8pPr>
              <a:defRPr sz="2700" b="1">
                <a:solidFill>
                  <a:srgbClr val="123347"/>
                </a:solidFill>
                <a:latin typeface="Noto Sans TC"/>
                <a:ea typeface="Noto Sans TC"/>
                <a:cs typeface="Noto Sans TC"/>
              </a:defRPr>
            </a:lvl8pPr>
            <a:lvl9pPr>
              <a:defRPr sz="2700" b="1">
                <a:solidFill>
                  <a:srgbClr val="123347"/>
                </a:solidFill>
                <a:latin typeface="Noto Sans TC"/>
                <a:ea typeface="Noto Sans TC"/>
                <a:cs typeface="Noto Sans TC"/>
              </a:defRPr>
            </a:lvl9pPr>
          </a:lstStyle>
          <a:p>
            <a:pPr>
              <a:defRPr sz="2700" b="1">
                <a:solidFill>
                  <a:srgbClr val="123347"/>
                </a:solidFill>
                <a:latin typeface="Noto Sans TC"/>
                <a:ea typeface="Noto Sans TC"/>
                <a:cs typeface="Noto Sans TC"/>
              </a:defRPr>
            </a:pPr>
            <a:r>
              <a:rPr lang="en-US" altLang="zh-TW" sz="2800" dirty="0">
                <a:solidFill>
                  <a:srgbClr val="2CAEBB"/>
                </a:solidFill>
                <a:latin typeface="Noto Sans TC" panose="020B0200000000000000" pitchFamily="34" charset="-120"/>
                <a:ea typeface="Noto Sans TC" panose="020B0200000000000000" pitchFamily="34" charset="-120"/>
                <a:cs typeface="Arial"/>
              </a:rPr>
              <a:t>QC-FAB</a:t>
            </a:r>
            <a:endParaRPr lang="en-US" altLang="zh-TW" sz="2800" dirty="0">
              <a:solidFill>
                <a:srgbClr val="38AEBB"/>
              </a:solidFill>
              <a:latin typeface="Noto Sans TC" panose="020B0200000000000000" pitchFamily="34" charset="-120"/>
              <a:ea typeface="Noto Sans TC" panose="020B0200000000000000" pitchFamily="34" charset="-120"/>
            </a:endParaRPr>
          </a:p>
          <a:p>
            <a:pPr>
              <a:defRPr sz="2700" b="1">
                <a:solidFill>
                  <a:srgbClr val="123347"/>
                </a:solidFill>
                <a:latin typeface="Noto Sans TC"/>
                <a:ea typeface="Noto Sans TC"/>
                <a:cs typeface="Noto Sans TC"/>
              </a:defRPr>
            </a:pPr>
            <a:endParaRPr sz="2700" b="1" dirty="0">
              <a:solidFill>
                <a:srgbClr val="123347"/>
              </a:solidFill>
              <a:latin typeface="Noto Sans TC"/>
              <a:ea typeface="Noto Sans TC"/>
              <a:cs typeface="Noto Sans TC"/>
            </a:endParaRPr>
          </a:p>
        </p:txBody>
      </p:sp>
      <p:sp>
        <p:nvSpPr>
          <p:cNvPr id="10" name="fab description">
            <a:extLst>
              <a:ext uri="{FF2B5EF4-FFF2-40B4-BE49-F238E27FC236}">
                <a16:creationId xmlns:a16="http://schemas.microsoft.com/office/drawing/2014/main" id="{217D3CFF-B1D6-463A-BA8C-59B8A7D47E2D}"/>
              </a:ext>
            </a:extLst>
          </p:cNvPr>
          <p:cNvSpPr>
            <a:spLocks noGrp="1"/>
          </p:cNvSpPr>
          <p:nvPr/>
        </p:nvSpPr>
        <p:spPr>
          <a:xfrm>
            <a:off x="775562" y="6225657"/>
            <a:ext cx="2096589" cy="4000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>
              <a:defRPr sz="1650" b="1">
                <a:solidFill>
                  <a:srgbClr val="123347"/>
                </a:solidFill>
                <a:latin typeface="Noto Sans TC"/>
                <a:ea typeface="Noto Sans TC"/>
                <a:cs typeface="Noto Sans TC"/>
              </a:defRPr>
            </a:defPPr>
            <a:lvl1pPr>
              <a:defRPr sz="1650" b="1">
                <a:solidFill>
                  <a:srgbClr val="123347"/>
                </a:solidFill>
                <a:latin typeface="Noto Sans TC"/>
                <a:ea typeface="Noto Sans TC"/>
                <a:cs typeface="Noto Sans TC"/>
              </a:defRPr>
            </a:lvl1pPr>
            <a:lvl2pPr>
              <a:defRPr sz="1650" b="1">
                <a:solidFill>
                  <a:srgbClr val="123347"/>
                </a:solidFill>
                <a:latin typeface="Noto Sans TC"/>
                <a:ea typeface="Noto Sans TC"/>
                <a:cs typeface="Noto Sans TC"/>
              </a:defRPr>
            </a:lvl2pPr>
            <a:lvl3pPr>
              <a:defRPr sz="1650" b="1">
                <a:solidFill>
                  <a:srgbClr val="123347"/>
                </a:solidFill>
                <a:latin typeface="Noto Sans TC"/>
                <a:ea typeface="Noto Sans TC"/>
                <a:cs typeface="Noto Sans TC"/>
              </a:defRPr>
            </a:lvl3pPr>
            <a:lvl4pPr>
              <a:defRPr sz="1650" b="1">
                <a:solidFill>
                  <a:srgbClr val="123347"/>
                </a:solidFill>
                <a:latin typeface="Noto Sans TC"/>
                <a:ea typeface="Noto Sans TC"/>
                <a:cs typeface="Noto Sans TC"/>
              </a:defRPr>
            </a:lvl4pPr>
            <a:lvl5pPr>
              <a:defRPr sz="1650" b="1">
                <a:solidFill>
                  <a:srgbClr val="123347"/>
                </a:solidFill>
                <a:latin typeface="Noto Sans TC"/>
                <a:ea typeface="Noto Sans TC"/>
                <a:cs typeface="Noto Sans TC"/>
              </a:defRPr>
            </a:lvl5pPr>
            <a:lvl6pPr>
              <a:defRPr sz="1650" b="1">
                <a:solidFill>
                  <a:srgbClr val="123347"/>
                </a:solidFill>
                <a:latin typeface="Noto Sans TC"/>
                <a:ea typeface="Noto Sans TC"/>
                <a:cs typeface="Noto Sans TC"/>
              </a:defRPr>
            </a:lvl6pPr>
            <a:lvl7pPr>
              <a:defRPr sz="1650" b="1">
                <a:solidFill>
                  <a:srgbClr val="123347"/>
                </a:solidFill>
                <a:latin typeface="Noto Sans TC"/>
                <a:ea typeface="Noto Sans TC"/>
                <a:cs typeface="Noto Sans TC"/>
              </a:defRPr>
            </a:lvl7pPr>
            <a:lvl8pPr>
              <a:defRPr sz="1650" b="1">
                <a:solidFill>
                  <a:srgbClr val="123347"/>
                </a:solidFill>
                <a:latin typeface="Noto Sans TC"/>
                <a:ea typeface="Noto Sans TC"/>
                <a:cs typeface="Noto Sans TC"/>
              </a:defRPr>
            </a:lvl8pPr>
            <a:lvl9pPr>
              <a:defRPr sz="1650" b="1">
                <a:solidFill>
                  <a:srgbClr val="123347"/>
                </a:solidFill>
                <a:latin typeface="Noto Sans TC"/>
                <a:ea typeface="Noto Sans TC"/>
                <a:cs typeface="Noto Sans TC"/>
              </a:defRPr>
            </a:lvl9pPr>
          </a:lstStyle>
          <a:p>
            <a:pPr>
              <a:defRPr sz="1650" b="1">
                <a:solidFill>
                  <a:srgbClr val="123347"/>
                </a:solidFill>
                <a:latin typeface="Noto Sans TC"/>
                <a:ea typeface="Noto Sans TC"/>
                <a:cs typeface="Noto Sans TC"/>
              </a:defRPr>
            </a:pPr>
            <a:r>
              <a:rPr sz="1800" b="1" dirty="0" err="1">
                <a:solidFill>
                  <a:srgbClr val="123347"/>
                </a:solidFill>
                <a:latin typeface="Noto Sans TC"/>
                <a:ea typeface="Noto Sans TC"/>
                <a:cs typeface="Noto Sans TC"/>
              </a:rPr>
              <a:t>量子晶片製程</a:t>
            </a:r>
            <a:r>
              <a:rPr lang="zh-TW" altLang="en-US" sz="1800" b="1" dirty="0">
                <a:solidFill>
                  <a:srgbClr val="123347"/>
                </a:solidFill>
                <a:latin typeface="Noto Sans TC"/>
                <a:ea typeface="Noto Sans TC"/>
                <a:cs typeface="Noto Sans TC"/>
              </a:rPr>
              <a:t>研發平台</a:t>
            </a:r>
            <a:endParaRPr sz="1800" b="1" dirty="0">
              <a:solidFill>
                <a:srgbClr val="123347"/>
              </a:solidFill>
              <a:latin typeface="Noto Sans TC"/>
              <a:ea typeface="Noto Sans TC"/>
              <a:cs typeface="Noto Sans TC"/>
            </a:endParaRPr>
          </a:p>
        </p:txBody>
      </p:sp>
      <p:pic>
        <p:nvPicPr>
          <p:cNvPr id="11" name="圖片 10">
            <a:extLst>
              <a:ext uri="{FF2B5EF4-FFF2-40B4-BE49-F238E27FC236}">
                <a16:creationId xmlns:a16="http://schemas.microsoft.com/office/drawing/2014/main" id="{C09EB3C0-00AC-4D3B-8CFA-A8CF066D93E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945696" y="6633093"/>
            <a:ext cx="1847850" cy="1847850"/>
          </a:xfrm>
          <a:prstGeom prst="rect">
            <a:avLst/>
          </a:prstGeom>
        </p:spPr>
      </p:pic>
      <p:sp>
        <p:nvSpPr>
          <p:cNvPr id="12" name="test card">
            <a:extLst>
              <a:ext uri="{FF2B5EF4-FFF2-40B4-BE49-F238E27FC236}">
                <a16:creationId xmlns:a16="http://schemas.microsoft.com/office/drawing/2014/main" id="{044E7FA7-82D4-42CA-B573-1C551B86FC01}"/>
              </a:ext>
            </a:extLst>
          </p:cNvPr>
          <p:cNvSpPr>
            <a:spLocks noGrp="1"/>
          </p:cNvSpPr>
          <p:nvPr/>
        </p:nvSpPr>
        <p:spPr>
          <a:xfrm>
            <a:off x="3714750" y="3476625"/>
            <a:ext cx="2857500" cy="3286125"/>
          </a:xfrm>
          <a:prstGeom prst="roundRect">
            <a:avLst>
              <a:gd name="adj" fmla="val 9333"/>
            </a:avLst>
          </a:prstGeom>
          <a:solidFill>
            <a:srgbClr val="FFF5DE"/>
          </a:solidFill>
          <a:ln w="0">
            <a:noFill/>
          </a:ln>
        </p:spPr>
      </p:sp>
      <p:pic>
        <p:nvPicPr>
          <p:cNvPr id="13" name="圖片 12">
            <a:extLst>
              <a:ext uri="{FF2B5EF4-FFF2-40B4-BE49-F238E27FC236}">
                <a16:creationId xmlns:a16="http://schemas.microsoft.com/office/drawing/2014/main" id="{16DE9D28-0177-4342-9D37-A8E90065352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/>
        </p:blipFill>
        <p:spPr>
          <a:xfrm>
            <a:off x="3906397" y="3648075"/>
            <a:ext cx="607305" cy="609600"/>
          </a:xfrm>
          <a:prstGeom prst="rect">
            <a:avLst/>
          </a:prstGeom>
        </p:spPr>
      </p:pic>
      <p:sp>
        <p:nvSpPr>
          <p:cNvPr id="14" name="test title">
            <a:extLst>
              <a:ext uri="{FF2B5EF4-FFF2-40B4-BE49-F238E27FC236}">
                <a16:creationId xmlns:a16="http://schemas.microsoft.com/office/drawing/2014/main" id="{B3FEAE58-93AC-4BE0-B1FF-A2D22B0649FC}"/>
              </a:ext>
            </a:extLst>
          </p:cNvPr>
          <p:cNvSpPr>
            <a:spLocks noGrp="1"/>
          </p:cNvSpPr>
          <p:nvPr/>
        </p:nvSpPr>
        <p:spPr>
          <a:xfrm>
            <a:off x="4610100" y="3714750"/>
            <a:ext cx="2047875" cy="5238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>
              <a:defRPr sz="2700" b="1">
                <a:solidFill>
                  <a:srgbClr val="123347"/>
                </a:solidFill>
                <a:latin typeface="Noto Sans TC"/>
                <a:ea typeface="Noto Sans TC"/>
                <a:cs typeface="Noto Sans TC"/>
              </a:defRPr>
            </a:defPPr>
            <a:lvl1pPr>
              <a:defRPr sz="2700" b="1">
                <a:solidFill>
                  <a:srgbClr val="123347"/>
                </a:solidFill>
                <a:latin typeface="Noto Sans TC"/>
                <a:ea typeface="Noto Sans TC"/>
                <a:cs typeface="Noto Sans TC"/>
              </a:defRPr>
            </a:lvl1pPr>
            <a:lvl2pPr>
              <a:defRPr sz="2700" b="1">
                <a:solidFill>
                  <a:srgbClr val="123347"/>
                </a:solidFill>
                <a:latin typeface="Noto Sans TC"/>
                <a:ea typeface="Noto Sans TC"/>
                <a:cs typeface="Noto Sans TC"/>
              </a:defRPr>
            </a:lvl2pPr>
            <a:lvl3pPr>
              <a:defRPr sz="2700" b="1">
                <a:solidFill>
                  <a:srgbClr val="123347"/>
                </a:solidFill>
                <a:latin typeface="Noto Sans TC"/>
                <a:ea typeface="Noto Sans TC"/>
                <a:cs typeface="Noto Sans TC"/>
              </a:defRPr>
            </a:lvl3pPr>
            <a:lvl4pPr>
              <a:defRPr sz="2700" b="1">
                <a:solidFill>
                  <a:srgbClr val="123347"/>
                </a:solidFill>
                <a:latin typeface="Noto Sans TC"/>
                <a:ea typeface="Noto Sans TC"/>
                <a:cs typeface="Noto Sans TC"/>
              </a:defRPr>
            </a:lvl4pPr>
            <a:lvl5pPr>
              <a:defRPr sz="2700" b="1">
                <a:solidFill>
                  <a:srgbClr val="123347"/>
                </a:solidFill>
                <a:latin typeface="Noto Sans TC"/>
                <a:ea typeface="Noto Sans TC"/>
                <a:cs typeface="Noto Sans TC"/>
              </a:defRPr>
            </a:lvl5pPr>
            <a:lvl6pPr>
              <a:defRPr sz="2700" b="1">
                <a:solidFill>
                  <a:srgbClr val="123347"/>
                </a:solidFill>
                <a:latin typeface="Noto Sans TC"/>
                <a:ea typeface="Noto Sans TC"/>
                <a:cs typeface="Noto Sans TC"/>
              </a:defRPr>
            </a:lvl6pPr>
            <a:lvl7pPr>
              <a:defRPr sz="2700" b="1">
                <a:solidFill>
                  <a:srgbClr val="123347"/>
                </a:solidFill>
                <a:latin typeface="Noto Sans TC"/>
                <a:ea typeface="Noto Sans TC"/>
                <a:cs typeface="Noto Sans TC"/>
              </a:defRPr>
            </a:lvl7pPr>
            <a:lvl8pPr>
              <a:defRPr sz="2700" b="1">
                <a:solidFill>
                  <a:srgbClr val="123347"/>
                </a:solidFill>
                <a:latin typeface="Noto Sans TC"/>
                <a:ea typeface="Noto Sans TC"/>
                <a:cs typeface="Noto Sans TC"/>
              </a:defRPr>
            </a:lvl8pPr>
            <a:lvl9pPr>
              <a:defRPr sz="2700" b="1">
                <a:solidFill>
                  <a:srgbClr val="123347"/>
                </a:solidFill>
                <a:latin typeface="Noto Sans TC"/>
                <a:ea typeface="Noto Sans TC"/>
                <a:cs typeface="Noto Sans TC"/>
              </a:defRPr>
            </a:lvl9pPr>
          </a:lstStyle>
          <a:p>
            <a:pPr>
              <a:defRPr sz="2700" b="1">
                <a:solidFill>
                  <a:srgbClr val="123347"/>
                </a:solidFill>
                <a:latin typeface="Noto Sans TC"/>
                <a:ea typeface="Noto Sans TC"/>
                <a:cs typeface="Noto Sans TC"/>
              </a:defRPr>
            </a:pPr>
            <a:r>
              <a:rPr lang="en-US" altLang="zh-TW" sz="2800" dirty="0">
                <a:solidFill>
                  <a:srgbClr val="C98616"/>
                </a:solidFill>
                <a:latin typeface="Noto Sans TC" panose="020B0200000000000000" pitchFamily="34" charset="-120"/>
                <a:ea typeface="Noto Sans TC" panose="020B0200000000000000" pitchFamily="34" charset="-120"/>
                <a:cs typeface="Arial"/>
              </a:rPr>
              <a:t>QC-TEST</a:t>
            </a:r>
            <a:endParaRPr sz="2700" b="1" dirty="0">
              <a:solidFill>
                <a:srgbClr val="123347"/>
              </a:solidFill>
              <a:latin typeface="Noto Sans TC"/>
              <a:ea typeface="Noto Sans TC"/>
              <a:cs typeface="Noto Sans TC"/>
            </a:endParaRPr>
          </a:p>
        </p:txBody>
      </p:sp>
      <p:sp>
        <p:nvSpPr>
          <p:cNvPr id="15" name="test description">
            <a:extLst>
              <a:ext uri="{FF2B5EF4-FFF2-40B4-BE49-F238E27FC236}">
                <a16:creationId xmlns:a16="http://schemas.microsoft.com/office/drawing/2014/main" id="{A36AD6A6-5F56-4CD8-A4A3-E4C4FF8ED097}"/>
              </a:ext>
            </a:extLst>
          </p:cNvPr>
          <p:cNvSpPr>
            <a:spLocks noGrp="1"/>
          </p:cNvSpPr>
          <p:nvPr/>
        </p:nvSpPr>
        <p:spPr>
          <a:xfrm>
            <a:off x="4254956" y="4316681"/>
            <a:ext cx="1543828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>
              <a:defRPr sz="1650" b="1">
                <a:solidFill>
                  <a:srgbClr val="123347"/>
                </a:solidFill>
                <a:latin typeface="Noto Sans TC"/>
                <a:ea typeface="Noto Sans TC"/>
                <a:cs typeface="Noto Sans TC"/>
              </a:defRPr>
            </a:defPPr>
            <a:lvl1pPr>
              <a:defRPr sz="1650" b="1">
                <a:solidFill>
                  <a:srgbClr val="123347"/>
                </a:solidFill>
                <a:latin typeface="Noto Sans TC"/>
                <a:ea typeface="Noto Sans TC"/>
                <a:cs typeface="Noto Sans TC"/>
              </a:defRPr>
            </a:lvl1pPr>
            <a:lvl2pPr>
              <a:defRPr sz="1650" b="1">
                <a:solidFill>
                  <a:srgbClr val="123347"/>
                </a:solidFill>
                <a:latin typeface="Noto Sans TC"/>
                <a:ea typeface="Noto Sans TC"/>
                <a:cs typeface="Noto Sans TC"/>
              </a:defRPr>
            </a:lvl2pPr>
            <a:lvl3pPr>
              <a:defRPr sz="1650" b="1">
                <a:solidFill>
                  <a:srgbClr val="123347"/>
                </a:solidFill>
                <a:latin typeface="Noto Sans TC"/>
                <a:ea typeface="Noto Sans TC"/>
                <a:cs typeface="Noto Sans TC"/>
              </a:defRPr>
            </a:lvl3pPr>
            <a:lvl4pPr>
              <a:defRPr sz="1650" b="1">
                <a:solidFill>
                  <a:srgbClr val="123347"/>
                </a:solidFill>
                <a:latin typeface="Noto Sans TC"/>
                <a:ea typeface="Noto Sans TC"/>
                <a:cs typeface="Noto Sans TC"/>
              </a:defRPr>
            </a:lvl4pPr>
            <a:lvl5pPr>
              <a:defRPr sz="1650" b="1">
                <a:solidFill>
                  <a:srgbClr val="123347"/>
                </a:solidFill>
                <a:latin typeface="Noto Sans TC"/>
                <a:ea typeface="Noto Sans TC"/>
                <a:cs typeface="Noto Sans TC"/>
              </a:defRPr>
            </a:lvl5pPr>
            <a:lvl6pPr>
              <a:defRPr sz="1650" b="1">
                <a:solidFill>
                  <a:srgbClr val="123347"/>
                </a:solidFill>
                <a:latin typeface="Noto Sans TC"/>
                <a:ea typeface="Noto Sans TC"/>
                <a:cs typeface="Noto Sans TC"/>
              </a:defRPr>
            </a:lvl6pPr>
            <a:lvl7pPr>
              <a:defRPr sz="1650" b="1">
                <a:solidFill>
                  <a:srgbClr val="123347"/>
                </a:solidFill>
                <a:latin typeface="Noto Sans TC"/>
                <a:ea typeface="Noto Sans TC"/>
                <a:cs typeface="Noto Sans TC"/>
              </a:defRPr>
            </a:lvl7pPr>
            <a:lvl8pPr>
              <a:defRPr sz="1650" b="1">
                <a:solidFill>
                  <a:srgbClr val="123347"/>
                </a:solidFill>
                <a:latin typeface="Noto Sans TC"/>
                <a:ea typeface="Noto Sans TC"/>
                <a:cs typeface="Noto Sans TC"/>
              </a:defRPr>
            </a:lvl8pPr>
            <a:lvl9pPr>
              <a:defRPr sz="1650" b="1">
                <a:solidFill>
                  <a:srgbClr val="123347"/>
                </a:solidFill>
                <a:latin typeface="Noto Sans TC"/>
                <a:ea typeface="Noto Sans TC"/>
                <a:cs typeface="Noto Sans TC"/>
              </a:defRPr>
            </a:lvl9pPr>
          </a:lstStyle>
          <a:p>
            <a:pPr>
              <a:defRPr sz="1650" b="1">
                <a:solidFill>
                  <a:srgbClr val="123347"/>
                </a:solidFill>
                <a:latin typeface="Noto Sans TC"/>
                <a:ea typeface="Noto Sans TC"/>
                <a:cs typeface="Noto Sans TC"/>
              </a:defRPr>
            </a:pPr>
            <a:r>
              <a:rPr sz="1800" b="1" dirty="0" err="1">
                <a:solidFill>
                  <a:srgbClr val="123347"/>
                </a:solidFill>
                <a:latin typeface="Noto Sans TC"/>
                <a:ea typeface="Noto Sans TC"/>
                <a:cs typeface="Noto Sans TC"/>
              </a:rPr>
              <a:t>量子計算測試</a:t>
            </a:r>
            <a:r>
              <a:rPr lang="zh-TW" altLang="en-US" sz="1800" b="1" dirty="0">
                <a:solidFill>
                  <a:srgbClr val="123347"/>
                </a:solidFill>
                <a:latin typeface="Noto Sans TC"/>
                <a:ea typeface="Noto Sans TC"/>
                <a:cs typeface="Noto Sans TC"/>
              </a:rPr>
              <a:t>平台</a:t>
            </a:r>
            <a:endParaRPr sz="1800" b="1" dirty="0">
              <a:solidFill>
                <a:srgbClr val="123347"/>
              </a:solidFill>
              <a:latin typeface="Noto Sans TC"/>
              <a:ea typeface="Noto Sans TC"/>
              <a:cs typeface="Noto Sans TC"/>
            </a:endParaRPr>
          </a:p>
        </p:txBody>
      </p:sp>
      <p:pic>
        <p:nvPicPr>
          <p:cNvPr id="16" name="圖片 15">
            <a:extLst>
              <a:ext uri="{FF2B5EF4-FFF2-40B4-BE49-F238E27FC236}">
                <a16:creationId xmlns:a16="http://schemas.microsoft.com/office/drawing/2014/main" id="{A3A4999C-2EA3-4CBC-879E-7511E8C84BD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/>
        </p:blipFill>
        <p:spPr>
          <a:xfrm>
            <a:off x="4258041" y="4718588"/>
            <a:ext cx="1847850" cy="1847850"/>
          </a:xfrm>
          <a:prstGeom prst="rect">
            <a:avLst/>
          </a:prstGeom>
        </p:spPr>
      </p:pic>
      <p:sp>
        <p:nvSpPr>
          <p:cNvPr id="17" name="qupac card">
            <a:extLst>
              <a:ext uri="{FF2B5EF4-FFF2-40B4-BE49-F238E27FC236}">
                <a16:creationId xmlns:a16="http://schemas.microsoft.com/office/drawing/2014/main" id="{5649B69B-E869-4915-B3CE-4EB9B5992247}"/>
              </a:ext>
            </a:extLst>
          </p:cNvPr>
          <p:cNvSpPr>
            <a:spLocks noGrp="1"/>
          </p:cNvSpPr>
          <p:nvPr/>
        </p:nvSpPr>
        <p:spPr>
          <a:xfrm>
            <a:off x="6988629" y="5090578"/>
            <a:ext cx="2857500" cy="3286125"/>
          </a:xfrm>
          <a:prstGeom prst="roundRect">
            <a:avLst>
              <a:gd name="adj" fmla="val 9333"/>
            </a:avLst>
          </a:prstGeom>
          <a:solidFill>
            <a:srgbClr val="F1EFE9"/>
          </a:solidFill>
          <a:ln w="0">
            <a:noFill/>
          </a:ln>
        </p:spPr>
      </p:sp>
      <p:pic>
        <p:nvPicPr>
          <p:cNvPr id="18" name="圖片 17">
            <a:extLst>
              <a:ext uri="{FF2B5EF4-FFF2-40B4-BE49-F238E27FC236}">
                <a16:creationId xmlns:a16="http://schemas.microsoft.com/office/drawing/2014/main" id="{57AD748F-C139-43BA-AED3-56584875914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/>
        </p:blipFill>
        <p:spPr>
          <a:xfrm>
            <a:off x="7180946" y="5262028"/>
            <a:ext cx="605965" cy="609600"/>
          </a:xfrm>
          <a:prstGeom prst="rect">
            <a:avLst/>
          </a:prstGeom>
        </p:spPr>
      </p:pic>
      <p:sp>
        <p:nvSpPr>
          <p:cNvPr id="19" name="qupac title">
            <a:extLst>
              <a:ext uri="{FF2B5EF4-FFF2-40B4-BE49-F238E27FC236}">
                <a16:creationId xmlns:a16="http://schemas.microsoft.com/office/drawing/2014/main" id="{0ADCF536-EDF5-4128-B679-8C8A72CB2748}"/>
              </a:ext>
            </a:extLst>
          </p:cNvPr>
          <p:cNvSpPr>
            <a:spLocks noGrp="1"/>
          </p:cNvSpPr>
          <p:nvPr/>
        </p:nvSpPr>
        <p:spPr>
          <a:xfrm>
            <a:off x="7883979" y="5328703"/>
            <a:ext cx="2047875" cy="5238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>
              <a:defRPr sz="2700" b="1">
                <a:solidFill>
                  <a:srgbClr val="123347"/>
                </a:solidFill>
                <a:latin typeface="Noto Sans TC"/>
                <a:ea typeface="Noto Sans TC"/>
                <a:cs typeface="Noto Sans TC"/>
              </a:defRPr>
            </a:defPPr>
            <a:lvl1pPr>
              <a:defRPr sz="2700" b="1">
                <a:solidFill>
                  <a:srgbClr val="123347"/>
                </a:solidFill>
                <a:latin typeface="Noto Sans TC"/>
                <a:ea typeface="Noto Sans TC"/>
                <a:cs typeface="Noto Sans TC"/>
              </a:defRPr>
            </a:lvl1pPr>
            <a:lvl2pPr>
              <a:defRPr sz="2700" b="1">
                <a:solidFill>
                  <a:srgbClr val="123347"/>
                </a:solidFill>
                <a:latin typeface="Noto Sans TC"/>
                <a:ea typeface="Noto Sans TC"/>
                <a:cs typeface="Noto Sans TC"/>
              </a:defRPr>
            </a:lvl2pPr>
            <a:lvl3pPr>
              <a:defRPr sz="2700" b="1">
                <a:solidFill>
                  <a:srgbClr val="123347"/>
                </a:solidFill>
                <a:latin typeface="Noto Sans TC"/>
                <a:ea typeface="Noto Sans TC"/>
                <a:cs typeface="Noto Sans TC"/>
              </a:defRPr>
            </a:lvl3pPr>
            <a:lvl4pPr>
              <a:defRPr sz="2700" b="1">
                <a:solidFill>
                  <a:srgbClr val="123347"/>
                </a:solidFill>
                <a:latin typeface="Noto Sans TC"/>
                <a:ea typeface="Noto Sans TC"/>
                <a:cs typeface="Noto Sans TC"/>
              </a:defRPr>
            </a:lvl4pPr>
            <a:lvl5pPr>
              <a:defRPr sz="2700" b="1">
                <a:solidFill>
                  <a:srgbClr val="123347"/>
                </a:solidFill>
                <a:latin typeface="Noto Sans TC"/>
                <a:ea typeface="Noto Sans TC"/>
                <a:cs typeface="Noto Sans TC"/>
              </a:defRPr>
            </a:lvl5pPr>
            <a:lvl6pPr>
              <a:defRPr sz="2700" b="1">
                <a:solidFill>
                  <a:srgbClr val="123347"/>
                </a:solidFill>
                <a:latin typeface="Noto Sans TC"/>
                <a:ea typeface="Noto Sans TC"/>
                <a:cs typeface="Noto Sans TC"/>
              </a:defRPr>
            </a:lvl6pPr>
            <a:lvl7pPr>
              <a:defRPr sz="2700" b="1">
                <a:solidFill>
                  <a:srgbClr val="123347"/>
                </a:solidFill>
                <a:latin typeface="Noto Sans TC"/>
                <a:ea typeface="Noto Sans TC"/>
                <a:cs typeface="Noto Sans TC"/>
              </a:defRPr>
            </a:lvl7pPr>
            <a:lvl8pPr>
              <a:defRPr sz="2700" b="1">
                <a:solidFill>
                  <a:srgbClr val="123347"/>
                </a:solidFill>
                <a:latin typeface="Noto Sans TC"/>
                <a:ea typeface="Noto Sans TC"/>
                <a:cs typeface="Noto Sans TC"/>
              </a:defRPr>
            </a:lvl8pPr>
            <a:lvl9pPr>
              <a:defRPr sz="2700" b="1">
                <a:solidFill>
                  <a:srgbClr val="123347"/>
                </a:solidFill>
                <a:latin typeface="Noto Sans TC"/>
                <a:ea typeface="Noto Sans TC"/>
                <a:cs typeface="Noto Sans TC"/>
              </a:defRPr>
            </a:lvl9pPr>
          </a:lstStyle>
          <a:p>
            <a:pPr>
              <a:defRPr sz="2700" b="1">
                <a:solidFill>
                  <a:srgbClr val="123347"/>
                </a:solidFill>
                <a:latin typeface="Noto Sans TC"/>
                <a:ea typeface="Noto Sans TC"/>
                <a:cs typeface="Noto Sans TC"/>
              </a:defRPr>
            </a:pPr>
            <a:r>
              <a:rPr lang="en-US" altLang="zh-TW" sz="2800" dirty="0" err="1">
                <a:solidFill>
                  <a:srgbClr val="4B4842"/>
                </a:solidFill>
                <a:latin typeface="Noto Sans TC" panose="020B0200000000000000" pitchFamily="34" charset="-120"/>
                <a:ea typeface="Noto Sans TC" panose="020B0200000000000000" pitchFamily="34" charset="-120"/>
                <a:cs typeface="Arial"/>
              </a:rPr>
              <a:t>QuPAC</a:t>
            </a:r>
            <a:endParaRPr sz="2700" b="1" dirty="0">
              <a:solidFill>
                <a:srgbClr val="123347"/>
              </a:solidFill>
              <a:latin typeface="Noto Sans TC"/>
              <a:ea typeface="Noto Sans TC"/>
              <a:cs typeface="Noto Sans TC"/>
            </a:endParaRPr>
          </a:p>
        </p:txBody>
      </p:sp>
      <p:sp>
        <p:nvSpPr>
          <p:cNvPr id="20" name="qupac description">
            <a:extLst>
              <a:ext uri="{FF2B5EF4-FFF2-40B4-BE49-F238E27FC236}">
                <a16:creationId xmlns:a16="http://schemas.microsoft.com/office/drawing/2014/main" id="{A4E32CC1-D23D-44B6-A35B-152D18C756EF}"/>
              </a:ext>
            </a:extLst>
          </p:cNvPr>
          <p:cNvSpPr>
            <a:spLocks noGrp="1"/>
          </p:cNvSpPr>
          <p:nvPr/>
        </p:nvSpPr>
        <p:spPr>
          <a:xfrm>
            <a:off x="7478676" y="5861568"/>
            <a:ext cx="1949631" cy="4000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>
              <a:defRPr sz="1650" b="1">
                <a:solidFill>
                  <a:srgbClr val="123347"/>
                </a:solidFill>
                <a:latin typeface="Noto Sans TC"/>
                <a:ea typeface="Noto Sans TC"/>
                <a:cs typeface="Noto Sans TC"/>
              </a:defRPr>
            </a:defPPr>
            <a:lvl1pPr>
              <a:defRPr sz="1650" b="1">
                <a:solidFill>
                  <a:srgbClr val="123347"/>
                </a:solidFill>
                <a:latin typeface="Noto Sans TC"/>
                <a:ea typeface="Noto Sans TC"/>
                <a:cs typeface="Noto Sans TC"/>
              </a:defRPr>
            </a:lvl1pPr>
            <a:lvl2pPr>
              <a:defRPr sz="1650" b="1">
                <a:solidFill>
                  <a:srgbClr val="123347"/>
                </a:solidFill>
                <a:latin typeface="Noto Sans TC"/>
                <a:ea typeface="Noto Sans TC"/>
                <a:cs typeface="Noto Sans TC"/>
              </a:defRPr>
            </a:lvl2pPr>
            <a:lvl3pPr>
              <a:defRPr sz="1650" b="1">
                <a:solidFill>
                  <a:srgbClr val="123347"/>
                </a:solidFill>
                <a:latin typeface="Noto Sans TC"/>
                <a:ea typeface="Noto Sans TC"/>
                <a:cs typeface="Noto Sans TC"/>
              </a:defRPr>
            </a:lvl3pPr>
            <a:lvl4pPr>
              <a:defRPr sz="1650" b="1">
                <a:solidFill>
                  <a:srgbClr val="123347"/>
                </a:solidFill>
                <a:latin typeface="Noto Sans TC"/>
                <a:ea typeface="Noto Sans TC"/>
                <a:cs typeface="Noto Sans TC"/>
              </a:defRPr>
            </a:lvl4pPr>
            <a:lvl5pPr>
              <a:defRPr sz="1650" b="1">
                <a:solidFill>
                  <a:srgbClr val="123347"/>
                </a:solidFill>
                <a:latin typeface="Noto Sans TC"/>
                <a:ea typeface="Noto Sans TC"/>
                <a:cs typeface="Noto Sans TC"/>
              </a:defRPr>
            </a:lvl5pPr>
            <a:lvl6pPr>
              <a:defRPr sz="1650" b="1">
                <a:solidFill>
                  <a:srgbClr val="123347"/>
                </a:solidFill>
                <a:latin typeface="Noto Sans TC"/>
                <a:ea typeface="Noto Sans TC"/>
                <a:cs typeface="Noto Sans TC"/>
              </a:defRPr>
            </a:lvl6pPr>
            <a:lvl7pPr>
              <a:defRPr sz="1650" b="1">
                <a:solidFill>
                  <a:srgbClr val="123347"/>
                </a:solidFill>
                <a:latin typeface="Noto Sans TC"/>
                <a:ea typeface="Noto Sans TC"/>
                <a:cs typeface="Noto Sans TC"/>
              </a:defRPr>
            </a:lvl7pPr>
            <a:lvl8pPr>
              <a:defRPr sz="1650" b="1">
                <a:solidFill>
                  <a:srgbClr val="123347"/>
                </a:solidFill>
                <a:latin typeface="Noto Sans TC"/>
                <a:ea typeface="Noto Sans TC"/>
                <a:cs typeface="Noto Sans TC"/>
              </a:defRPr>
            </a:lvl8pPr>
            <a:lvl9pPr>
              <a:defRPr sz="1650" b="1">
                <a:solidFill>
                  <a:srgbClr val="123347"/>
                </a:solidFill>
                <a:latin typeface="Noto Sans TC"/>
                <a:ea typeface="Noto Sans TC"/>
                <a:cs typeface="Noto Sans TC"/>
              </a:defRPr>
            </a:lvl9pPr>
          </a:lstStyle>
          <a:p>
            <a:pPr algn="ctr">
              <a:defRPr sz="3225" b="1">
                <a:solidFill>
                  <a:srgbClr val="3A2336"/>
                </a:solidFill>
                <a:latin typeface="Noto Sans TC"/>
                <a:ea typeface="Noto Sans TC"/>
                <a:cs typeface="Noto Sans TC"/>
              </a:defRPr>
            </a:pPr>
            <a:r>
              <a:rPr lang="zh-TW" altLang="en-US" sz="1800" dirty="0">
                <a:solidFill>
                  <a:schemeClr val="tx1"/>
                </a:solidFill>
              </a:rPr>
              <a:t>量子光電前瞻製程</a:t>
            </a:r>
            <a:endParaRPr lang="en-US" altLang="zh-TW" sz="1800" dirty="0">
              <a:solidFill>
                <a:schemeClr val="tx1"/>
              </a:solidFill>
            </a:endParaRPr>
          </a:p>
          <a:p>
            <a:pPr algn="ctr">
              <a:defRPr sz="3225" b="1">
                <a:solidFill>
                  <a:srgbClr val="3A2336"/>
                </a:solidFill>
                <a:latin typeface="Noto Sans TC"/>
                <a:ea typeface="Noto Sans TC"/>
                <a:cs typeface="Noto Sans TC"/>
              </a:defRPr>
            </a:pPr>
            <a:r>
              <a:rPr lang="zh-TW" altLang="en-US" sz="1800" dirty="0">
                <a:solidFill>
                  <a:schemeClr val="tx1"/>
                </a:solidFill>
              </a:rPr>
              <a:t>與精密分析設施</a:t>
            </a:r>
          </a:p>
          <a:p>
            <a:pPr algn="ctr">
              <a:defRPr sz="3225" b="1">
                <a:solidFill>
                  <a:srgbClr val="3A2336"/>
                </a:solidFill>
                <a:latin typeface="Noto Sans TC"/>
                <a:ea typeface="Noto Sans TC"/>
                <a:cs typeface="Noto Sans TC"/>
              </a:defRPr>
            </a:pPr>
            <a:endParaRPr lang="zh-TW" altLang="en-US" sz="1800" dirty="0">
              <a:solidFill>
                <a:schemeClr val="tx1"/>
              </a:solidFill>
            </a:endParaRPr>
          </a:p>
        </p:txBody>
      </p:sp>
      <p:pic>
        <p:nvPicPr>
          <p:cNvPr id="21" name="圖片 20">
            <a:extLst>
              <a:ext uri="{FF2B5EF4-FFF2-40B4-BE49-F238E27FC236}">
                <a16:creationId xmlns:a16="http://schemas.microsoft.com/office/drawing/2014/main" id="{3A7E307D-2C17-401F-9AF8-4022B464656B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/>
        </p:blipFill>
        <p:spPr>
          <a:xfrm>
            <a:off x="7542484" y="6442934"/>
            <a:ext cx="1847850" cy="1847850"/>
          </a:xfrm>
          <a:prstGeom prst="rect">
            <a:avLst/>
          </a:prstGeom>
        </p:spPr>
      </p:pic>
      <p:sp>
        <p:nvSpPr>
          <p:cNvPr id="22" name="solar card">
            <a:extLst>
              <a:ext uri="{FF2B5EF4-FFF2-40B4-BE49-F238E27FC236}">
                <a16:creationId xmlns:a16="http://schemas.microsoft.com/office/drawing/2014/main" id="{39B054C8-3258-433E-B8D2-73E9A7ED0ABC}"/>
              </a:ext>
            </a:extLst>
          </p:cNvPr>
          <p:cNvSpPr>
            <a:spLocks noGrp="1"/>
          </p:cNvSpPr>
          <p:nvPr/>
        </p:nvSpPr>
        <p:spPr>
          <a:xfrm>
            <a:off x="1869621" y="9123881"/>
            <a:ext cx="2857500" cy="3286125"/>
          </a:xfrm>
          <a:prstGeom prst="roundRect">
            <a:avLst>
              <a:gd name="adj" fmla="val 9333"/>
            </a:avLst>
          </a:prstGeom>
          <a:solidFill>
            <a:srgbClr val="EFF7E5"/>
          </a:solidFill>
          <a:ln w="0">
            <a:noFill/>
          </a:ln>
        </p:spPr>
      </p:sp>
      <p:pic>
        <p:nvPicPr>
          <p:cNvPr id="23" name="圖片 22">
            <a:extLst>
              <a:ext uri="{FF2B5EF4-FFF2-40B4-BE49-F238E27FC236}">
                <a16:creationId xmlns:a16="http://schemas.microsoft.com/office/drawing/2014/main" id="{9E71C510-5AD3-4277-8EF6-69B943234B7F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/>
        </p:blipFill>
        <p:spPr>
          <a:xfrm>
            <a:off x="2060121" y="9295331"/>
            <a:ext cx="609600" cy="609600"/>
          </a:xfrm>
          <a:prstGeom prst="rect">
            <a:avLst/>
          </a:prstGeom>
        </p:spPr>
      </p:pic>
      <p:sp>
        <p:nvSpPr>
          <p:cNvPr id="24" name="solar title">
            <a:extLst>
              <a:ext uri="{FF2B5EF4-FFF2-40B4-BE49-F238E27FC236}">
                <a16:creationId xmlns:a16="http://schemas.microsoft.com/office/drawing/2014/main" id="{C0311CD9-A169-4611-8D89-6FCE19BBB9F8}"/>
              </a:ext>
            </a:extLst>
          </p:cNvPr>
          <p:cNvSpPr>
            <a:spLocks noGrp="1"/>
          </p:cNvSpPr>
          <p:nvPr/>
        </p:nvSpPr>
        <p:spPr>
          <a:xfrm>
            <a:off x="2764971" y="9362006"/>
            <a:ext cx="2047875" cy="5238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>
              <a:defRPr sz="2475" b="1">
                <a:solidFill>
                  <a:srgbClr val="123347"/>
                </a:solidFill>
                <a:latin typeface="Noto Sans TC"/>
                <a:ea typeface="Noto Sans TC"/>
                <a:cs typeface="Noto Sans TC"/>
              </a:defRPr>
            </a:defPPr>
            <a:lvl1pPr>
              <a:defRPr sz="2475" b="1">
                <a:solidFill>
                  <a:srgbClr val="123347"/>
                </a:solidFill>
                <a:latin typeface="Noto Sans TC"/>
                <a:ea typeface="Noto Sans TC"/>
                <a:cs typeface="Noto Sans TC"/>
              </a:defRPr>
            </a:lvl1pPr>
            <a:lvl2pPr>
              <a:defRPr sz="2475" b="1">
                <a:solidFill>
                  <a:srgbClr val="123347"/>
                </a:solidFill>
                <a:latin typeface="Noto Sans TC"/>
                <a:ea typeface="Noto Sans TC"/>
                <a:cs typeface="Noto Sans TC"/>
              </a:defRPr>
            </a:lvl2pPr>
            <a:lvl3pPr>
              <a:defRPr sz="2475" b="1">
                <a:solidFill>
                  <a:srgbClr val="123347"/>
                </a:solidFill>
                <a:latin typeface="Noto Sans TC"/>
                <a:ea typeface="Noto Sans TC"/>
                <a:cs typeface="Noto Sans TC"/>
              </a:defRPr>
            </a:lvl3pPr>
            <a:lvl4pPr>
              <a:defRPr sz="2475" b="1">
                <a:solidFill>
                  <a:srgbClr val="123347"/>
                </a:solidFill>
                <a:latin typeface="Noto Sans TC"/>
                <a:ea typeface="Noto Sans TC"/>
                <a:cs typeface="Noto Sans TC"/>
              </a:defRPr>
            </a:lvl4pPr>
            <a:lvl5pPr>
              <a:defRPr sz="2475" b="1">
                <a:solidFill>
                  <a:srgbClr val="123347"/>
                </a:solidFill>
                <a:latin typeface="Noto Sans TC"/>
                <a:ea typeface="Noto Sans TC"/>
                <a:cs typeface="Noto Sans TC"/>
              </a:defRPr>
            </a:lvl5pPr>
            <a:lvl6pPr>
              <a:defRPr sz="2475" b="1">
                <a:solidFill>
                  <a:srgbClr val="123347"/>
                </a:solidFill>
                <a:latin typeface="Noto Sans TC"/>
                <a:ea typeface="Noto Sans TC"/>
                <a:cs typeface="Noto Sans TC"/>
              </a:defRPr>
            </a:lvl6pPr>
            <a:lvl7pPr>
              <a:defRPr sz="2475" b="1">
                <a:solidFill>
                  <a:srgbClr val="123347"/>
                </a:solidFill>
                <a:latin typeface="Noto Sans TC"/>
                <a:ea typeface="Noto Sans TC"/>
                <a:cs typeface="Noto Sans TC"/>
              </a:defRPr>
            </a:lvl7pPr>
            <a:lvl8pPr>
              <a:defRPr sz="2475" b="1">
                <a:solidFill>
                  <a:srgbClr val="123347"/>
                </a:solidFill>
                <a:latin typeface="Noto Sans TC"/>
                <a:ea typeface="Noto Sans TC"/>
                <a:cs typeface="Noto Sans TC"/>
              </a:defRPr>
            </a:lvl8pPr>
            <a:lvl9pPr>
              <a:defRPr sz="2475" b="1">
                <a:solidFill>
                  <a:srgbClr val="123347"/>
                </a:solidFill>
                <a:latin typeface="Noto Sans TC"/>
                <a:ea typeface="Noto Sans TC"/>
                <a:cs typeface="Noto Sans TC"/>
              </a:defRPr>
            </a:lvl9pPr>
          </a:lstStyle>
          <a:p>
            <a:pPr>
              <a:defRPr sz="2475" b="1">
                <a:solidFill>
                  <a:srgbClr val="123347"/>
                </a:solidFill>
                <a:latin typeface="Noto Sans TC"/>
                <a:ea typeface="Noto Sans TC"/>
                <a:cs typeface="Noto Sans TC"/>
              </a:defRPr>
            </a:pPr>
            <a:r>
              <a:rPr lang="en-US" altLang="zh-TW" sz="2800" dirty="0" err="1">
                <a:solidFill>
                  <a:srgbClr val="65A832"/>
                </a:solidFill>
                <a:latin typeface="Noto Sans TC" panose="020B0200000000000000" pitchFamily="34" charset="-120"/>
                <a:ea typeface="Noto Sans TC" panose="020B0200000000000000" pitchFamily="34" charset="-120"/>
                <a:cs typeface="Arial"/>
              </a:rPr>
              <a:t>SolAREM</a:t>
            </a:r>
            <a:endParaRPr sz="2475" b="1" dirty="0">
              <a:solidFill>
                <a:srgbClr val="123347"/>
              </a:solidFill>
              <a:latin typeface="Noto Sans TC"/>
              <a:ea typeface="Noto Sans TC"/>
              <a:cs typeface="Noto Sans TC"/>
            </a:endParaRPr>
          </a:p>
        </p:txBody>
      </p:sp>
      <p:sp>
        <p:nvSpPr>
          <p:cNvPr id="25" name="solar description">
            <a:extLst>
              <a:ext uri="{FF2B5EF4-FFF2-40B4-BE49-F238E27FC236}">
                <a16:creationId xmlns:a16="http://schemas.microsoft.com/office/drawing/2014/main" id="{7D417F29-96E8-4A9E-8AC5-1737590E20FB}"/>
              </a:ext>
            </a:extLst>
          </p:cNvPr>
          <p:cNvSpPr>
            <a:spLocks noGrp="1"/>
          </p:cNvSpPr>
          <p:nvPr/>
        </p:nvSpPr>
        <p:spPr>
          <a:xfrm>
            <a:off x="2341785" y="9911427"/>
            <a:ext cx="1913171" cy="4000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>
              <a:defRPr sz="1650" b="1">
                <a:solidFill>
                  <a:srgbClr val="123347"/>
                </a:solidFill>
                <a:latin typeface="Noto Sans TC"/>
                <a:ea typeface="Noto Sans TC"/>
                <a:cs typeface="Noto Sans TC"/>
              </a:defRPr>
            </a:defPPr>
            <a:lvl1pPr>
              <a:defRPr sz="1650" b="1">
                <a:solidFill>
                  <a:srgbClr val="123347"/>
                </a:solidFill>
                <a:latin typeface="Noto Sans TC"/>
                <a:ea typeface="Noto Sans TC"/>
                <a:cs typeface="Noto Sans TC"/>
              </a:defRPr>
            </a:lvl1pPr>
            <a:lvl2pPr>
              <a:defRPr sz="1650" b="1">
                <a:solidFill>
                  <a:srgbClr val="123347"/>
                </a:solidFill>
                <a:latin typeface="Noto Sans TC"/>
                <a:ea typeface="Noto Sans TC"/>
                <a:cs typeface="Noto Sans TC"/>
              </a:defRPr>
            </a:lvl2pPr>
            <a:lvl3pPr>
              <a:defRPr sz="1650" b="1">
                <a:solidFill>
                  <a:srgbClr val="123347"/>
                </a:solidFill>
                <a:latin typeface="Noto Sans TC"/>
                <a:ea typeface="Noto Sans TC"/>
                <a:cs typeface="Noto Sans TC"/>
              </a:defRPr>
            </a:lvl3pPr>
            <a:lvl4pPr>
              <a:defRPr sz="1650" b="1">
                <a:solidFill>
                  <a:srgbClr val="123347"/>
                </a:solidFill>
                <a:latin typeface="Noto Sans TC"/>
                <a:ea typeface="Noto Sans TC"/>
                <a:cs typeface="Noto Sans TC"/>
              </a:defRPr>
            </a:lvl4pPr>
            <a:lvl5pPr>
              <a:defRPr sz="1650" b="1">
                <a:solidFill>
                  <a:srgbClr val="123347"/>
                </a:solidFill>
                <a:latin typeface="Noto Sans TC"/>
                <a:ea typeface="Noto Sans TC"/>
                <a:cs typeface="Noto Sans TC"/>
              </a:defRPr>
            </a:lvl5pPr>
            <a:lvl6pPr>
              <a:defRPr sz="1650" b="1">
                <a:solidFill>
                  <a:srgbClr val="123347"/>
                </a:solidFill>
                <a:latin typeface="Noto Sans TC"/>
                <a:ea typeface="Noto Sans TC"/>
                <a:cs typeface="Noto Sans TC"/>
              </a:defRPr>
            </a:lvl6pPr>
            <a:lvl7pPr>
              <a:defRPr sz="1650" b="1">
                <a:solidFill>
                  <a:srgbClr val="123347"/>
                </a:solidFill>
                <a:latin typeface="Noto Sans TC"/>
                <a:ea typeface="Noto Sans TC"/>
                <a:cs typeface="Noto Sans TC"/>
              </a:defRPr>
            </a:lvl7pPr>
            <a:lvl8pPr>
              <a:defRPr sz="1650" b="1">
                <a:solidFill>
                  <a:srgbClr val="123347"/>
                </a:solidFill>
                <a:latin typeface="Noto Sans TC"/>
                <a:ea typeface="Noto Sans TC"/>
                <a:cs typeface="Noto Sans TC"/>
              </a:defRPr>
            </a:lvl8pPr>
            <a:lvl9pPr>
              <a:defRPr sz="1650" b="1">
                <a:solidFill>
                  <a:srgbClr val="123347"/>
                </a:solidFill>
                <a:latin typeface="Noto Sans TC"/>
                <a:ea typeface="Noto Sans TC"/>
                <a:cs typeface="Noto Sans TC"/>
              </a:defRPr>
            </a:lvl9pPr>
          </a:lstStyle>
          <a:p>
            <a:pPr algn="ctr">
              <a:defRPr sz="1650" b="1">
                <a:solidFill>
                  <a:srgbClr val="123347"/>
                </a:solidFill>
                <a:latin typeface="Noto Sans TC"/>
                <a:ea typeface="Noto Sans TC"/>
                <a:cs typeface="Noto Sans TC"/>
              </a:defRPr>
            </a:pPr>
            <a:r>
              <a:rPr lang="zh-TW" altLang="en-US" sz="1800" b="1" dirty="0">
                <a:solidFill>
                  <a:srgbClr val="123347"/>
                </a:solidFill>
                <a:latin typeface="Noto Sans TC"/>
                <a:ea typeface="Noto Sans TC"/>
                <a:cs typeface="Noto Sans TC"/>
              </a:rPr>
              <a:t>先進</a:t>
            </a:r>
            <a:r>
              <a:rPr sz="1800" b="1" dirty="0" err="1">
                <a:solidFill>
                  <a:srgbClr val="123347"/>
                </a:solidFill>
                <a:latin typeface="Noto Sans TC"/>
                <a:ea typeface="Noto Sans TC"/>
                <a:cs typeface="Noto Sans TC"/>
              </a:rPr>
              <a:t>太陽能電池研發</a:t>
            </a:r>
            <a:endParaRPr lang="en-US" sz="1800" b="1" dirty="0">
              <a:solidFill>
                <a:srgbClr val="123347"/>
              </a:solidFill>
              <a:latin typeface="Noto Sans TC"/>
              <a:ea typeface="Noto Sans TC"/>
              <a:cs typeface="Noto Sans TC"/>
            </a:endParaRPr>
          </a:p>
          <a:p>
            <a:pPr algn="ctr">
              <a:defRPr sz="1650" b="1">
                <a:solidFill>
                  <a:srgbClr val="123347"/>
                </a:solidFill>
                <a:latin typeface="Noto Sans TC"/>
                <a:ea typeface="Noto Sans TC"/>
                <a:cs typeface="Noto Sans TC"/>
              </a:defRPr>
            </a:pPr>
            <a:r>
              <a:rPr sz="1800" b="1" dirty="0" err="1">
                <a:solidFill>
                  <a:srgbClr val="123347"/>
                </a:solidFill>
                <a:latin typeface="Noto Sans TC"/>
                <a:ea typeface="Noto Sans TC"/>
                <a:cs typeface="Noto Sans TC"/>
              </a:rPr>
              <a:t>與量測</a:t>
            </a:r>
            <a:r>
              <a:rPr lang="zh-TW" altLang="en-US" sz="1800" b="1" dirty="0">
                <a:solidFill>
                  <a:srgbClr val="123347"/>
                </a:solidFill>
                <a:latin typeface="Noto Sans TC"/>
                <a:ea typeface="Noto Sans TC"/>
                <a:cs typeface="Noto Sans TC"/>
              </a:rPr>
              <a:t>設施</a:t>
            </a:r>
            <a:endParaRPr sz="1800" b="1" dirty="0">
              <a:solidFill>
                <a:srgbClr val="123347"/>
              </a:solidFill>
              <a:latin typeface="Noto Sans TC"/>
              <a:ea typeface="Noto Sans TC"/>
              <a:cs typeface="Noto Sans TC"/>
            </a:endParaRPr>
          </a:p>
        </p:txBody>
      </p:sp>
      <p:pic>
        <p:nvPicPr>
          <p:cNvPr id="26" name="圖片 25">
            <a:extLst>
              <a:ext uri="{FF2B5EF4-FFF2-40B4-BE49-F238E27FC236}">
                <a16:creationId xmlns:a16="http://schemas.microsoft.com/office/drawing/2014/main" id="{5881B015-7439-41EF-8091-85D21432D4A4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/>
        </p:blipFill>
        <p:spPr>
          <a:xfrm>
            <a:off x="2374446" y="10457381"/>
            <a:ext cx="1847850" cy="1847850"/>
          </a:xfrm>
          <a:prstGeom prst="rect">
            <a:avLst/>
          </a:prstGeom>
        </p:spPr>
      </p:pic>
      <p:sp>
        <p:nvSpPr>
          <p:cNvPr id="27" name="ebf card">
            <a:extLst>
              <a:ext uri="{FF2B5EF4-FFF2-40B4-BE49-F238E27FC236}">
                <a16:creationId xmlns:a16="http://schemas.microsoft.com/office/drawing/2014/main" id="{8441EE67-631C-498B-B76B-3EA1E303E050}"/>
              </a:ext>
            </a:extLst>
          </p:cNvPr>
          <p:cNvSpPr>
            <a:spLocks noGrp="1"/>
          </p:cNvSpPr>
          <p:nvPr/>
        </p:nvSpPr>
        <p:spPr>
          <a:xfrm>
            <a:off x="5606146" y="9181906"/>
            <a:ext cx="2857500" cy="3286125"/>
          </a:xfrm>
          <a:prstGeom prst="roundRect">
            <a:avLst>
              <a:gd name="adj" fmla="val 9333"/>
            </a:avLst>
          </a:prstGeom>
          <a:solidFill>
            <a:srgbClr val="E7F3F4"/>
          </a:solidFill>
          <a:ln w="0">
            <a:noFill/>
          </a:ln>
        </p:spPr>
      </p:sp>
      <p:pic>
        <p:nvPicPr>
          <p:cNvPr id="28" name="圖片 27">
            <a:extLst>
              <a:ext uri="{FF2B5EF4-FFF2-40B4-BE49-F238E27FC236}">
                <a16:creationId xmlns:a16="http://schemas.microsoft.com/office/drawing/2014/main" id="{48D3BD94-D484-4770-ACD0-3D84EC085755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/>
        </p:blipFill>
        <p:spPr>
          <a:xfrm>
            <a:off x="5796646" y="9353356"/>
            <a:ext cx="609600" cy="609600"/>
          </a:xfrm>
          <a:prstGeom prst="rect">
            <a:avLst/>
          </a:prstGeom>
        </p:spPr>
      </p:pic>
      <p:sp>
        <p:nvSpPr>
          <p:cNvPr id="29" name="ebf title">
            <a:extLst>
              <a:ext uri="{FF2B5EF4-FFF2-40B4-BE49-F238E27FC236}">
                <a16:creationId xmlns:a16="http://schemas.microsoft.com/office/drawing/2014/main" id="{FED4B5F5-561B-4923-B862-9B0BEEB35BC0}"/>
              </a:ext>
            </a:extLst>
          </p:cNvPr>
          <p:cNvSpPr>
            <a:spLocks noGrp="1"/>
          </p:cNvSpPr>
          <p:nvPr/>
        </p:nvSpPr>
        <p:spPr>
          <a:xfrm>
            <a:off x="6091105" y="9466982"/>
            <a:ext cx="2047875" cy="5238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>
              <a:defRPr sz="2700" b="1">
                <a:solidFill>
                  <a:srgbClr val="123347"/>
                </a:solidFill>
                <a:latin typeface="Noto Sans TC"/>
                <a:ea typeface="Noto Sans TC"/>
                <a:cs typeface="Noto Sans TC"/>
              </a:defRPr>
            </a:defPPr>
            <a:lvl1pPr>
              <a:defRPr sz="2700" b="1">
                <a:solidFill>
                  <a:srgbClr val="123347"/>
                </a:solidFill>
                <a:latin typeface="Noto Sans TC"/>
                <a:ea typeface="Noto Sans TC"/>
                <a:cs typeface="Noto Sans TC"/>
              </a:defRPr>
            </a:lvl1pPr>
            <a:lvl2pPr>
              <a:defRPr sz="2700" b="1">
                <a:solidFill>
                  <a:srgbClr val="123347"/>
                </a:solidFill>
                <a:latin typeface="Noto Sans TC"/>
                <a:ea typeface="Noto Sans TC"/>
                <a:cs typeface="Noto Sans TC"/>
              </a:defRPr>
            </a:lvl2pPr>
            <a:lvl3pPr>
              <a:defRPr sz="2700" b="1">
                <a:solidFill>
                  <a:srgbClr val="123347"/>
                </a:solidFill>
                <a:latin typeface="Noto Sans TC"/>
                <a:ea typeface="Noto Sans TC"/>
                <a:cs typeface="Noto Sans TC"/>
              </a:defRPr>
            </a:lvl3pPr>
            <a:lvl4pPr>
              <a:defRPr sz="2700" b="1">
                <a:solidFill>
                  <a:srgbClr val="123347"/>
                </a:solidFill>
                <a:latin typeface="Noto Sans TC"/>
                <a:ea typeface="Noto Sans TC"/>
                <a:cs typeface="Noto Sans TC"/>
              </a:defRPr>
            </a:lvl4pPr>
            <a:lvl5pPr>
              <a:defRPr sz="2700" b="1">
                <a:solidFill>
                  <a:srgbClr val="123347"/>
                </a:solidFill>
                <a:latin typeface="Noto Sans TC"/>
                <a:ea typeface="Noto Sans TC"/>
                <a:cs typeface="Noto Sans TC"/>
              </a:defRPr>
            </a:lvl5pPr>
            <a:lvl6pPr>
              <a:defRPr sz="2700" b="1">
                <a:solidFill>
                  <a:srgbClr val="123347"/>
                </a:solidFill>
                <a:latin typeface="Noto Sans TC"/>
                <a:ea typeface="Noto Sans TC"/>
                <a:cs typeface="Noto Sans TC"/>
              </a:defRPr>
            </a:lvl6pPr>
            <a:lvl7pPr>
              <a:defRPr sz="2700" b="1">
                <a:solidFill>
                  <a:srgbClr val="123347"/>
                </a:solidFill>
                <a:latin typeface="Noto Sans TC"/>
                <a:ea typeface="Noto Sans TC"/>
                <a:cs typeface="Noto Sans TC"/>
              </a:defRPr>
            </a:lvl7pPr>
            <a:lvl8pPr>
              <a:defRPr sz="2700" b="1">
                <a:solidFill>
                  <a:srgbClr val="123347"/>
                </a:solidFill>
                <a:latin typeface="Noto Sans TC"/>
                <a:ea typeface="Noto Sans TC"/>
                <a:cs typeface="Noto Sans TC"/>
              </a:defRPr>
            </a:lvl8pPr>
            <a:lvl9pPr>
              <a:defRPr sz="2700" b="1">
                <a:solidFill>
                  <a:srgbClr val="123347"/>
                </a:solidFill>
                <a:latin typeface="Noto Sans TC"/>
                <a:ea typeface="Noto Sans TC"/>
                <a:cs typeface="Noto Sans TC"/>
              </a:defRPr>
            </a:lvl9pPr>
          </a:lstStyle>
          <a:p>
            <a:pPr algn="ctr">
              <a:buNone/>
              <a:defRPr sz="1125" b="1">
                <a:solidFill>
                  <a:srgbClr val="168B78"/>
                </a:solidFill>
                <a:latin typeface="Arial"/>
                <a:ea typeface="Arial"/>
                <a:cs typeface="Arial"/>
              </a:defRPr>
            </a:pPr>
            <a:r>
              <a:rPr lang="en-US" altLang="zh-TW" sz="2800" dirty="0">
                <a:solidFill>
                  <a:srgbClr val="123A5A"/>
                </a:solidFill>
                <a:latin typeface="Noto Sans TC" panose="020B0200000000000000" pitchFamily="34" charset="-120"/>
                <a:ea typeface="Noto Sans TC" panose="020B0200000000000000" pitchFamily="34" charset="-120"/>
                <a:cs typeface="Arial"/>
              </a:rPr>
              <a:t>EBF</a:t>
            </a:r>
          </a:p>
        </p:txBody>
      </p:sp>
      <p:sp>
        <p:nvSpPr>
          <p:cNvPr id="46" name="矩形: 圓角 45">
            <a:extLst>
              <a:ext uri="{FF2B5EF4-FFF2-40B4-BE49-F238E27FC236}">
                <a16:creationId xmlns:a16="http://schemas.microsoft.com/office/drawing/2014/main" id="{6F71AE72-3680-FB32-267D-183D9EAB8B17}"/>
              </a:ext>
            </a:extLst>
          </p:cNvPr>
          <p:cNvSpPr/>
          <p:nvPr/>
        </p:nvSpPr>
        <p:spPr>
          <a:xfrm>
            <a:off x="1869620" y="466379"/>
            <a:ext cx="6594025" cy="2443167"/>
          </a:xfrm>
          <a:prstGeom prst="roundRect">
            <a:avLst/>
          </a:prstGeom>
          <a:solidFill>
            <a:srgbClr val="F7F5EF">
              <a:alpha val="85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0" name="ebf description">
            <a:extLst>
              <a:ext uri="{FF2B5EF4-FFF2-40B4-BE49-F238E27FC236}">
                <a16:creationId xmlns:a16="http://schemas.microsoft.com/office/drawing/2014/main" id="{C975556B-16CC-4AA4-88A1-95C4661CD72E}"/>
              </a:ext>
            </a:extLst>
          </p:cNvPr>
          <p:cNvSpPr>
            <a:spLocks noGrp="1"/>
          </p:cNvSpPr>
          <p:nvPr/>
        </p:nvSpPr>
        <p:spPr>
          <a:xfrm>
            <a:off x="5813339" y="10016505"/>
            <a:ext cx="2443114" cy="4000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>
              <a:defRPr sz="1650" b="1">
                <a:solidFill>
                  <a:srgbClr val="123347"/>
                </a:solidFill>
                <a:latin typeface="Noto Sans TC"/>
                <a:ea typeface="Noto Sans TC"/>
                <a:cs typeface="Noto Sans TC"/>
              </a:defRPr>
            </a:defPPr>
            <a:lvl1pPr>
              <a:defRPr sz="1650" b="1">
                <a:solidFill>
                  <a:srgbClr val="123347"/>
                </a:solidFill>
                <a:latin typeface="Noto Sans TC"/>
                <a:ea typeface="Noto Sans TC"/>
                <a:cs typeface="Noto Sans TC"/>
              </a:defRPr>
            </a:lvl1pPr>
            <a:lvl2pPr>
              <a:defRPr sz="1650" b="1">
                <a:solidFill>
                  <a:srgbClr val="123347"/>
                </a:solidFill>
                <a:latin typeface="Noto Sans TC"/>
                <a:ea typeface="Noto Sans TC"/>
                <a:cs typeface="Noto Sans TC"/>
              </a:defRPr>
            </a:lvl2pPr>
            <a:lvl3pPr>
              <a:defRPr sz="1650" b="1">
                <a:solidFill>
                  <a:srgbClr val="123347"/>
                </a:solidFill>
                <a:latin typeface="Noto Sans TC"/>
                <a:ea typeface="Noto Sans TC"/>
                <a:cs typeface="Noto Sans TC"/>
              </a:defRPr>
            </a:lvl3pPr>
            <a:lvl4pPr>
              <a:defRPr sz="1650" b="1">
                <a:solidFill>
                  <a:srgbClr val="123347"/>
                </a:solidFill>
                <a:latin typeface="Noto Sans TC"/>
                <a:ea typeface="Noto Sans TC"/>
                <a:cs typeface="Noto Sans TC"/>
              </a:defRPr>
            </a:lvl4pPr>
            <a:lvl5pPr>
              <a:defRPr sz="1650" b="1">
                <a:solidFill>
                  <a:srgbClr val="123347"/>
                </a:solidFill>
                <a:latin typeface="Noto Sans TC"/>
                <a:ea typeface="Noto Sans TC"/>
                <a:cs typeface="Noto Sans TC"/>
              </a:defRPr>
            </a:lvl5pPr>
            <a:lvl6pPr>
              <a:defRPr sz="1650" b="1">
                <a:solidFill>
                  <a:srgbClr val="123347"/>
                </a:solidFill>
                <a:latin typeface="Noto Sans TC"/>
                <a:ea typeface="Noto Sans TC"/>
                <a:cs typeface="Noto Sans TC"/>
              </a:defRPr>
            </a:lvl6pPr>
            <a:lvl7pPr>
              <a:defRPr sz="1650" b="1">
                <a:solidFill>
                  <a:srgbClr val="123347"/>
                </a:solidFill>
                <a:latin typeface="Noto Sans TC"/>
                <a:ea typeface="Noto Sans TC"/>
                <a:cs typeface="Noto Sans TC"/>
              </a:defRPr>
            </a:lvl7pPr>
            <a:lvl8pPr>
              <a:defRPr sz="1650" b="1">
                <a:solidFill>
                  <a:srgbClr val="123347"/>
                </a:solidFill>
                <a:latin typeface="Noto Sans TC"/>
                <a:ea typeface="Noto Sans TC"/>
                <a:cs typeface="Noto Sans TC"/>
              </a:defRPr>
            </a:lvl8pPr>
            <a:lvl9pPr>
              <a:defRPr sz="1650" b="1">
                <a:solidFill>
                  <a:srgbClr val="123347"/>
                </a:solidFill>
                <a:latin typeface="Noto Sans TC"/>
                <a:ea typeface="Noto Sans TC"/>
                <a:cs typeface="Noto Sans TC"/>
              </a:defRPr>
            </a:lvl9pPr>
          </a:lstStyle>
          <a:p>
            <a:pPr>
              <a:defRPr sz="1650" b="1">
                <a:solidFill>
                  <a:srgbClr val="123347"/>
                </a:solidFill>
                <a:latin typeface="Noto Sans TC"/>
                <a:ea typeface="Noto Sans TC"/>
                <a:cs typeface="Noto Sans TC"/>
              </a:defRPr>
            </a:pPr>
            <a:r>
              <a:rPr sz="1800" b="1" dirty="0" err="1">
                <a:solidFill>
                  <a:srgbClr val="123347"/>
                </a:solidFill>
                <a:latin typeface="Noto Sans TC"/>
                <a:ea typeface="Noto Sans TC"/>
                <a:cs typeface="Noto Sans TC"/>
              </a:rPr>
              <a:t>環境生地化參數測量</a:t>
            </a:r>
            <a:r>
              <a:rPr lang="zh-TW" altLang="en-US" sz="1800" b="1" dirty="0">
                <a:solidFill>
                  <a:srgbClr val="123347"/>
                </a:solidFill>
                <a:latin typeface="Noto Sans TC"/>
                <a:ea typeface="Noto Sans TC"/>
                <a:cs typeface="Noto Sans TC"/>
              </a:rPr>
              <a:t>設施</a:t>
            </a:r>
            <a:endParaRPr sz="1800" b="1" dirty="0">
              <a:solidFill>
                <a:srgbClr val="123347"/>
              </a:solidFill>
              <a:latin typeface="Noto Sans TC"/>
              <a:ea typeface="Noto Sans TC"/>
              <a:cs typeface="Noto Sans TC"/>
            </a:endParaRPr>
          </a:p>
        </p:txBody>
      </p:sp>
      <p:pic>
        <p:nvPicPr>
          <p:cNvPr id="31" name="圖片 30">
            <a:extLst>
              <a:ext uri="{FF2B5EF4-FFF2-40B4-BE49-F238E27FC236}">
                <a16:creationId xmlns:a16="http://schemas.microsoft.com/office/drawing/2014/main" id="{57FC79D4-79E9-48F9-9B34-A4F4B14FEBF1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/>
        </p:blipFill>
        <p:spPr>
          <a:xfrm>
            <a:off x="6213046" y="10408881"/>
            <a:ext cx="1847850" cy="1847850"/>
          </a:xfrm>
          <a:prstGeom prst="rect">
            <a:avLst/>
          </a:prstGeom>
        </p:spPr>
      </p:pic>
      <p:sp>
        <p:nvSpPr>
          <p:cNvPr id="6" name="Intro">
            <a:extLst>
              <a:ext uri="{FF2B5EF4-FFF2-40B4-BE49-F238E27FC236}">
                <a16:creationId xmlns:a16="http://schemas.microsoft.com/office/drawing/2014/main" id="{E317224C-59DC-4987-B250-B4AEFF89B4A9}"/>
              </a:ext>
            </a:extLst>
          </p:cNvPr>
          <p:cNvSpPr>
            <a:spLocks noGrp="1"/>
          </p:cNvSpPr>
          <p:nvPr/>
        </p:nvSpPr>
        <p:spPr>
          <a:xfrm>
            <a:off x="2599456" y="728295"/>
            <a:ext cx="4879220" cy="1747135"/>
          </a:xfrm>
          <a:prstGeom prst="rect">
            <a:avLst/>
          </a:prstGeom>
          <a:noFill/>
          <a:ln w="12700">
            <a:noFill/>
          </a:ln>
        </p:spPr>
        <p:txBody>
          <a:bodyPr wrap="none" lIns="0" tIns="0" rIns="0" bIns="0" anchor="t">
            <a:noAutofit/>
          </a:bodyPr>
          <a:lstStyle>
            <a:defPPr>
              <a:defRPr sz="2250" b="0">
                <a:solidFill>
                  <a:srgbClr val="123347"/>
                </a:solidFill>
                <a:latin typeface="Noto Sans TC"/>
                <a:ea typeface="Noto Sans TC"/>
                <a:cs typeface="Noto Sans TC"/>
              </a:defRPr>
            </a:defPPr>
            <a:lvl1pPr>
              <a:defRPr sz="2250" b="0">
                <a:solidFill>
                  <a:srgbClr val="123347"/>
                </a:solidFill>
                <a:latin typeface="Noto Sans TC"/>
                <a:ea typeface="Noto Sans TC"/>
                <a:cs typeface="Noto Sans TC"/>
              </a:defRPr>
            </a:lvl1pPr>
            <a:lvl2pPr>
              <a:defRPr sz="2250" b="0">
                <a:solidFill>
                  <a:srgbClr val="123347"/>
                </a:solidFill>
                <a:latin typeface="Noto Sans TC"/>
                <a:ea typeface="Noto Sans TC"/>
                <a:cs typeface="Noto Sans TC"/>
              </a:defRPr>
            </a:lvl2pPr>
            <a:lvl3pPr>
              <a:defRPr sz="2250" b="0">
                <a:solidFill>
                  <a:srgbClr val="123347"/>
                </a:solidFill>
                <a:latin typeface="Noto Sans TC"/>
                <a:ea typeface="Noto Sans TC"/>
                <a:cs typeface="Noto Sans TC"/>
              </a:defRPr>
            </a:lvl3pPr>
            <a:lvl4pPr>
              <a:defRPr sz="2250" b="0">
                <a:solidFill>
                  <a:srgbClr val="123347"/>
                </a:solidFill>
                <a:latin typeface="Noto Sans TC"/>
                <a:ea typeface="Noto Sans TC"/>
                <a:cs typeface="Noto Sans TC"/>
              </a:defRPr>
            </a:lvl4pPr>
            <a:lvl5pPr>
              <a:defRPr sz="2250" b="0">
                <a:solidFill>
                  <a:srgbClr val="123347"/>
                </a:solidFill>
                <a:latin typeface="Noto Sans TC"/>
                <a:ea typeface="Noto Sans TC"/>
                <a:cs typeface="Noto Sans TC"/>
              </a:defRPr>
            </a:lvl5pPr>
            <a:lvl6pPr>
              <a:defRPr sz="2250" b="0">
                <a:solidFill>
                  <a:srgbClr val="123347"/>
                </a:solidFill>
                <a:latin typeface="Noto Sans TC"/>
                <a:ea typeface="Noto Sans TC"/>
                <a:cs typeface="Noto Sans TC"/>
              </a:defRPr>
            </a:lvl6pPr>
            <a:lvl7pPr>
              <a:defRPr sz="2250" b="0">
                <a:solidFill>
                  <a:srgbClr val="123347"/>
                </a:solidFill>
                <a:latin typeface="Noto Sans TC"/>
                <a:ea typeface="Noto Sans TC"/>
                <a:cs typeface="Noto Sans TC"/>
              </a:defRPr>
            </a:lvl7pPr>
            <a:lvl8pPr>
              <a:defRPr sz="2250" b="0">
                <a:solidFill>
                  <a:srgbClr val="123347"/>
                </a:solidFill>
                <a:latin typeface="Noto Sans TC"/>
                <a:ea typeface="Noto Sans TC"/>
                <a:cs typeface="Noto Sans TC"/>
              </a:defRPr>
            </a:lvl8pPr>
            <a:lvl9pPr>
              <a:defRPr sz="2250" b="0">
                <a:solidFill>
                  <a:srgbClr val="123347"/>
                </a:solidFill>
                <a:latin typeface="Noto Sans TC"/>
                <a:ea typeface="Noto Sans TC"/>
                <a:cs typeface="Noto Sans TC"/>
              </a:defRPr>
            </a:lvl9pPr>
          </a:lstStyle>
          <a:p>
            <a:pPr>
              <a:defRPr sz="2250" b="0">
                <a:solidFill>
                  <a:srgbClr val="123347"/>
                </a:solidFill>
                <a:latin typeface="Noto Sans TC"/>
                <a:ea typeface="Noto Sans TC"/>
                <a:cs typeface="Noto Sans TC"/>
              </a:defRPr>
            </a:pPr>
            <a:r>
              <a:rPr lang="zh-TW" altLang="en-US" sz="6600" b="1" dirty="0">
                <a:solidFill>
                  <a:srgbClr val="102B4E"/>
                </a:solidFill>
                <a:latin typeface="Noto Sans TC" panose="020B0200000000000000" pitchFamily="34" charset="-120"/>
                <a:ea typeface="Noto Sans TC" panose="020B0200000000000000" pitchFamily="34" charset="-120"/>
              </a:rPr>
              <a:t>探索的路上，</a:t>
            </a:r>
            <a:endParaRPr lang="en-US" altLang="zh-TW" sz="6600" b="1" dirty="0">
              <a:solidFill>
                <a:srgbClr val="102B4E"/>
              </a:solidFill>
              <a:latin typeface="Noto Sans TC" panose="020B0200000000000000" pitchFamily="34" charset="-120"/>
              <a:ea typeface="Noto Sans TC" panose="020B0200000000000000" pitchFamily="34" charset="-120"/>
            </a:endParaRPr>
          </a:p>
          <a:p>
            <a:pPr>
              <a:defRPr sz="2250" b="0">
                <a:solidFill>
                  <a:srgbClr val="123347"/>
                </a:solidFill>
                <a:latin typeface="Noto Sans TC"/>
                <a:ea typeface="Noto Sans TC"/>
                <a:cs typeface="Noto Sans TC"/>
              </a:defRPr>
            </a:pPr>
            <a:r>
              <a:rPr lang="zh-TW" altLang="en-US" sz="6600" b="1" dirty="0">
                <a:solidFill>
                  <a:srgbClr val="102B4E"/>
                </a:solidFill>
                <a:latin typeface="Noto Sans TC" panose="020B0200000000000000" pitchFamily="34" charset="-120"/>
                <a:ea typeface="Noto Sans TC" panose="020B0200000000000000" pitchFamily="34" charset="-120"/>
              </a:rPr>
              <a:t>我們與你前行</a:t>
            </a:r>
            <a:endParaRPr sz="6600" b="1" dirty="0">
              <a:solidFill>
                <a:srgbClr val="102B4E"/>
              </a:solidFill>
              <a:latin typeface="Noto Sans TC" panose="020B0200000000000000" pitchFamily="34" charset="-120"/>
              <a:ea typeface="Noto Sans TC" panose="020B0200000000000000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48325170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251</TotalTime>
  <Words>583</Words>
  <Application>Microsoft Office PowerPoint</Application>
  <DocSecurity>0</DocSecurity>
  <PresentationFormat>自訂</PresentationFormat>
  <Paragraphs>68</Paragraphs>
  <Slides>7</Slides>
  <Notes>7</Notes>
  <HiddenSlides>0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7</vt:i4>
      </vt:variant>
    </vt:vector>
  </HeadingPairs>
  <TitlesOfParts>
    <vt:vector size="11" baseType="lpstr">
      <vt:lpstr>Noto Sans T Chinese Bold</vt:lpstr>
      <vt:lpstr>Noto Sans TC</vt:lpstr>
      <vt:lpstr>Aptos</vt:lpstr>
      <vt:lpstr>ChatGPT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/>
  <cp:lastModifiedBy/>
  <cp:revision>9</cp:revision>
  <dcterms:created xsi:type="dcterms:W3CDTF">2026-10-23T00:33:41Z</dcterms:created>
  <dcterms:modified xsi:type="dcterms:W3CDTF">2026-10-23T06:46:27Z</dcterms:modified>
</cp:coreProperties>
</file>